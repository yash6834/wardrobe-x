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4" r:id="rId4"/>
  </p:sldMasterIdLst>
  <p:notesMasterIdLst>
    <p:notesMasterId r:id="rId37"/>
  </p:notesMasterIdLst>
  <p:handoutMasterIdLst>
    <p:handoutMasterId r:id="rId38"/>
  </p:handoutMasterIdLst>
  <p:sldIdLst>
    <p:sldId id="325" r:id="rId5"/>
    <p:sldId id="326" r:id="rId6"/>
    <p:sldId id="338" r:id="rId7"/>
    <p:sldId id="345" r:id="rId8"/>
    <p:sldId id="376" r:id="rId9"/>
    <p:sldId id="347" r:id="rId10"/>
    <p:sldId id="329" r:id="rId11"/>
    <p:sldId id="340" r:id="rId12"/>
    <p:sldId id="341" r:id="rId13"/>
    <p:sldId id="342" r:id="rId14"/>
    <p:sldId id="331" r:id="rId15"/>
    <p:sldId id="348" r:id="rId16"/>
    <p:sldId id="349" r:id="rId17"/>
    <p:sldId id="350" r:id="rId18"/>
    <p:sldId id="378" r:id="rId19"/>
    <p:sldId id="352" r:id="rId20"/>
    <p:sldId id="399" r:id="rId21"/>
    <p:sldId id="359" r:id="rId22"/>
    <p:sldId id="393" r:id="rId23"/>
    <p:sldId id="394" r:id="rId24"/>
    <p:sldId id="395" r:id="rId25"/>
    <p:sldId id="400" r:id="rId26"/>
    <p:sldId id="401" r:id="rId27"/>
    <p:sldId id="402" r:id="rId28"/>
    <p:sldId id="396" r:id="rId29"/>
    <p:sldId id="397" r:id="rId30"/>
    <p:sldId id="398" r:id="rId31"/>
    <p:sldId id="406" r:id="rId32"/>
    <p:sldId id="403" r:id="rId33"/>
    <p:sldId id="404" r:id="rId34"/>
    <p:sldId id="405" r:id="rId35"/>
    <p:sldId id="33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135"/>
    <a:srgbClr val="BDA07D"/>
    <a:srgbClr val="F5F9F9"/>
    <a:srgbClr val="627272"/>
    <a:srgbClr val="93A5A8"/>
    <a:srgbClr val="3E7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5C07B-CF49-435E-8221-26D57729709D}" v="23" dt="2024-08-27T15:17:49.078"/>
  </p1510:revLst>
</p1510:revInfo>
</file>

<file path=ppt/tableStyles.xml><?xml version="1.0" encoding="utf-8"?>
<a:tblStyleLst xmlns:a="http://schemas.openxmlformats.org/drawingml/2006/main" def="{17292A2E-F333-43FB-9621-5CBBE7FDCDCB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629" y="72"/>
      </p:cViewPr>
      <p:guideLst/>
    </p:cSldViewPr>
  </p:slideViewPr>
  <p:outlineViewPr>
    <p:cViewPr>
      <p:scale>
        <a:sx n="33" d="100"/>
        <a:sy n="33" d="100"/>
      </p:scale>
      <p:origin x="0" y="-929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tri Tandel" userId="bc09fcbff8c463de" providerId="LiveId" clId="{1B45C07B-CF49-435E-8221-26D57729709D}"/>
    <pc:docChg chg="undo redo custSel addSld delSld modSld sldOrd">
      <pc:chgData name="Maitri Tandel" userId="bc09fcbff8c463de" providerId="LiveId" clId="{1B45C07B-CF49-435E-8221-26D57729709D}" dt="2024-08-28T05:18:07.629" v="885" actId="20577"/>
      <pc:docMkLst>
        <pc:docMk/>
      </pc:docMkLst>
      <pc:sldChg chg="addSp delSp modSp mod">
        <pc:chgData name="Maitri Tandel" userId="bc09fcbff8c463de" providerId="LiveId" clId="{1B45C07B-CF49-435E-8221-26D57729709D}" dt="2024-08-28T04:53:58.389" v="872" actId="403"/>
        <pc:sldMkLst>
          <pc:docMk/>
          <pc:sldMk cId="3262765544" sldId="325"/>
        </pc:sldMkLst>
        <pc:spChg chg="mod">
          <ac:chgData name="Maitri Tandel" userId="bc09fcbff8c463de" providerId="LiveId" clId="{1B45C07B-CF49-435E-8221-26D57729709D}" dt="2024-08-27T15:18:53.211" v="845" actId="1076"/>
          <ac:spMkLst>
            <pc:docMk/>
            <pc:sldMk cId="3262765544" sldId="325"/>
            <ac:spMk id="2" creationId="{37979680-7C22-BFF1-165D-52AB411C0F66}"/>
          </ac:spMkLst>
        </pc:spChg>
        <pc:spChg chg="mod">
          <ac:chgData name="Maitri Tandel" userId="bc09fcbff8c463de" providerId="LiveId" clId="{1B45C07B-CF49-435E-8221-26D57729709D}" dt="2024-08-27T15:18:08.595" v="841" actId="27636"/>
          <ac:spMkLst>
            <pc:docMk/>
            <pc:sldMk cId="3262765544" sldId="325"/>
            <ac:spMk id="3" creationId="{302F459B-002E-E89C-3A0E-589730DD7197}"/>
          </ac:spMkLst>
        </pc:spChg>
        <pc:spChg chg="add mod">
          <ac:chgData name="Maitri Tandel" userId="bc09fcbff8c463de" providerId="LiveId" clId="{1B45C07B-CF49-435E-8221-26D57729709D}" dt="2024-08-28T04:53:58.389" v="872" actId="403"/>
          <ac:spMkLst>
            <pc:docMk/>
            <pc:sldMk cId="3262765544" sldId="325"/>
            <ac:spMk id="4" creationId="{CBC5517F-78D5-E681-8059-F554787E3F64}"/>
          </ac:spMkLst>
        </pc:spChg>
        <pc:spChg chg="add del mod">
          <ac:chgData name="Maitri Tandel" userId="bc09fcbff8c463de" providerId="LiveId" clId="{1B45C07B-CF49-435E-8221-26D57729709D}" dt="2024-08-27T15:17:32.785" v="834" actId="478"/>
          <ac:spMkLst>
            <pc:docMk/>
            <pc:sldMk cId="3262765544" sldId="325"/>
            <ac:spMk id="7" creationId="{2A7CA11E-A4A6-A566-F7B4-A47E93DA0EDE}"/>
          </ac:spMkLst>
        </pc:spChg>
        <pc:spChg chg="add del mod">
          <ac:chgData name="Maitri Tandel" userId="bc09fcbff8c463de" providerId="LiveId" clId="{1B45C07B-CF49-435E-8221-26D57729709D}" dt="2024-08-27T15:17:30.908" v="832" actId="478"/>
          <ac:spMkLst>
            <pc:docMk/>
            <pc:sldMk cId="3262765544" sldId="325"/>
            <ac:spMk id="11" creationId="{62F6BE93-CA98-4CE8-119D-41F009ECA43C}"/>
          </ac:spMkLst>
        </pc:spChg>
        <pc:spChg chg="add del mod">
          <ac:chgData name="Maitri Tandel" userId="bc09fcbff8c463de" providerId="LiveId" clId="{1B45C07B-CF49-435E-8221-26D57729709D}" dt="2024-08-27T15:17:27.528" v="827" actId="478"/>
          <ac:spMkLst>
            <pc:docMk/>
            <pc:sldMk cId="3262765544" sldId="325"/>
            <ac:spMk id="15" creationId="{9505C34D-F36C-C1D7-498A-0F45F860C036}"/>
          </ac:spMkLst>
        </pc:spChg>
        <pc:spChg chg="add del mod">
          <ac:chgData name="Maitri Tandel" userId="bc09fcbff8c463de" providerId="LiveId" clId="{1B45C07B-CF49-435E-8221-26D57729709D}" dt="2024-08-27T15:17:23.950" v="820" actId="478"/>
          <ac:spMkLst>
            <pc:docMk/>
            <pc:sldMk cId="3262765544" sldId="325"/>
            <ac:spMk id="19" creationId="{4D8F1194-A940-EB25-B715-6F25C6530E81}"/>
          </ac:spMkLst>
        </pc:spChg>
        <pc:spChg chg="add del mod">
          <ac:chgData name="Maitri Tandel" userId="bc09fcbff8c463de" providerId="LiveId" clId="{1B45C07B-CF49-435E-8221-26D57729709D}" dt="2024-08-27T15:17:49.078" v="836" actId="931"/>
          <ac:spMkLst>
            <pc:docMk/>
            <pc:sldMk cId="3262765544" sldId="325"/>
            <ac:spMk id="23" creationId="{4B7B063C-8259-D303-D9A5-AE8837736F46}"/>
          </ac:spMkLst>
        </pc:spChg>
        <pc:picChg chg="add del ord">
          <ac:chgData name="Maitri Tandel" userId="bc09fcbff8c463de" providerId="LiveId" clId="{1B45C07B-CF49-435E-8221-26D57729709D}" dt="2024-08-27T15:17:42.231" v="835" actId="478"/>
          <ac:picMkLst>
            <pc:docMk/>
            <pc:sldMk cId="3262765544" sldId="325"/>
            <ac:picMk id="5" creationId="{0672830B-5F52-9AD6-1CF1-D12BDF673ACE}"/>
          </ac:picMkLst>
        </pc:picChg>
        <pc:picChg chg="add del mod">
          <ac:chgData name="Maitri Tandel" userId="bc09fcbff8c463de" providerId="LiveId" clId="{1B45C07B-CF49-435E-8221-26D57729709D}" dt="2024-08-27T15:17:32.371" v="833" actId="931"/>
          <ac:picMkLst>
            <pc:docMk/>
            <pc:sldMk cId="3262765544" sldId="325"/>
            <ac:picMk id="9" creationId="{542E81F2-AEE3-296C-1BDA-E27E8D5CB938}"/>
          </ac:picMkLst>
        </pc:picChg>
        <pc:picChg chg="add del mod ord">
          <ac:chgData name="Maitri Tandel" userId="bc09fcbff8c463de" providerId="LiveId" clId="{1B45C07B-CF49-435E-8221-26D57729709D}" dt="2024-08-27T15:17:30.125" v="831" actId="931"/>
          <ac:picMkLst>
            <pc:docMk/>
            <pc:sldMk cId="3262765544" sldId="325"/>
            <ac:picMk id="13" creationId="{37D67910-DCDC-85E0-DA45-7EB9A0987229}"/>
          </ac:picMkLst>
        </pc:picChg>
        <pc:picChg chg="add del mod">
          <ac:chgData name="Maitri Tandel" userId="bc09fcbff8c463de" providerId="LiveId" clId="{1B45C07B-CF49-435E-8221-26D57729709D}" dt="2024-08-27T15:17:27.126" v="826" actId="931"/>
          <ac:picMkLst>
            <pc:docMk/>
            <pc:sldMk cId="3262765544" sldId="325"/>
            <ac:picMk id="17" creationId="{60DDD4A9-75C4-8F92-970A-DD9B59A3B384}"/>
          </ac:picMkLst>
        </pc:picChg>
        <pc:picChg chg="add mod">
          <ac:chgData name="Maitri Tandel" userId="bc09fcbff8c463de" providerId="LiveId" clId="{1B45C07B-CF49-435E-8221-26D57729709D}" dt="2024-08-27T15:17:23.558" v="819" actId="931"/>
          <ac:picMkLst>
            <pc:docMk/>
            <pc:sldMk cId="3262765544" sldId="325"/>
            <ac:picMk id="21" creationId="{66B577B5-8C69-0D66-21DF-37B8E0EAD81C}"/>
          </ac:picMkLst>
        </pc:picChg>
        <pc:picChg chg="add mod ord">
          <ac:chgData name="Maitri Tandel" userId="bc09fcbff8c463de" providerId="LiveId" clId="{1B45C07B-CF49-435E-8221-26D57729709D}" dt="2024-08-27T15:18:53.538" v="846" actId="170"/>
          <ac:picMkLst>
            <pc:docMk/>
            <pc:sldMk cId="3262765544" sldId="325"/>
            <ac:picMk id="25" creationId="{2A5336F3-3FEB-A41A-AAF2-CAE993197634}"/>
          </ac:picMkLst>
        </pc:picChg>
      </pc:sldChg>
      <pc:sldChg chg="addSp delSp modSp add del mod">
        <pc:chgData name="Maitri Tandel" userId="bc09fcbff8c463de" providerId="LiveId" clId="{1B45C07B-CF49-435E-8221-26D57729709D}" dt="2024-08-27T10:38:08.452" v="320" actId="14100"/>
        <pc:sldMkLst>
          <pc:docMk/>
          <pc:sldMk cId="852209515" sldId="326"/>
        </pc:sldMkLst>
        <pc:spChg chg="mod">
          <ac:chgData name="Maitri Tandel" userId="bc09fcbff8c463de" providerId="LiveId" clId="{1B45C07B-CF49-435E-8221-26D57729709D}" dt="2024-08-27T10:33:06.285" v="282" actId="20577"/>
          <ac:spMkLst>
            <pc:docMk/>
            <pc:sldMk cId="852209515" sldId="326"/>
            <ac:spMk id="2" creationId="{650AF76D-A0D2-8179-168C-8025D377329E}"/>
          </ac:spMkLst>
        </pc:spChg>
        <pc:spChg chg="del mod">
          <ac:chgData name="Maitri Tandel" userId="bc09fcbff8c463de" providerId="LiveId" clId="{1B45C07B-CF49-435E-8221-26D57729709D}" dt="2024-08-27T10:34:44.007" v="285" actId="931"/>
          <ac:spMkLst>
            <pc:docMk/>
            <pc:sldMk cId="852209515" sldId="326"/>
            <ac:spMk id="3" creationId="{B16F5ACA-5B20-DED2-F6EA-E50B5B17F3AE}"/>
          </ac:spMkLst>
        </pc:spChg>
        <pc:spChg chg="add mod">
          <ac:chgData name="Maitri Tandel" userId="bc09fcbff8c463de" providerId="LiveId" clId="{1B45C07B-CF49-435E-8221-26D57729709D}" dt="2024-08-27T10:38:08.452" v="320" actId="14100"/>
          <ac:spMkLst>
            <pc:docMk/>
            <pc:sldMk cId="852209515" sldId="326"/>
            <ac:spMk id="8" creationId="{BB21146C-4491-5EFF-4F32-D193D5E5D0F3}"/>
          </ac:spMkLst>
        </pc:spChg>
        <pc:picChg chg="add del mod">
          <ac:chgData name="Maitri Tandel" userId="bc09fcbff8c463de" providerId="LiveId" clId="{1B45C07B-CF49-435E-8221-26D57729709D}" dt="2024-08-27T10:34:47.920" v="286" actId="478"/>
          <ac:picMkLst>
            <pc:docMk/>
            <pc:sldMk cId="852209515" sldId="326"/>
            <ac:picMk id="6" creationId="{27A8D9BF-FDA6-DF6F-F80A-7FF923FE5D51}"/>
          </ac:picMkLst>
        </pc:picChg>
      </pc:sldChg>
      <pc:sldChg chg="del ord">
        <pc:chgData name="Maitri Tandel" userId="bc09fcbff8c463de" providerId="LiveId" clId="{1B45C07B-CF49-435E-8221-26D57729709D}" dt="2024-08-28T05:17:38.531" v="874" actId="47"/>
        <pc:sldMkLst>
          <pc:docMk/>
          <pc:sldMk cId="2348906763" sldId="327"/>
        </pc:sldMkLst>
      </pc:sldChg>
      <pc:sldChg chg="del ord">
        <pc:chgData name="Maitri Tandel" userId="bc09fcbff8c463de" providerId="LiveId" clId="{1B45C07B-CF49-435E-8221-26D57729709D}" dt="2024-08-28T05:17:41.160" v="876" actId="47"/>
        <pc:sldMkLst>
          <pc:docMk/>
          <pc:sldMk cId="685724192" sldId="328"/>
        </pc:sldMkLst>
      </pc:sldChg>
      <pc:sldChg chg="addSp delSp modSp mod">
        <pc:chgData name="Maitri Tandel" userId="bc09fcbff8c463de" providerId="LiveId" clId="{1B45C07B-CF49-435E-8221-26D57729709D}" dt="2024-08-27T11:03:45.584" v="665" actId="20577"/>
        <pc:sldMkLst>
          <pc:docMk/>
          <pc:sldMk cId="2207652183" sldId="329"/>
        </pc:sldMkLst>
        <pc:spChg chg="mod">
          <ac:chgData name="Maitri Tandel" userId="bc09fcbff8c463de" providerId="LiveId" clId="{1B45C07B-CF49-435E-8221-26D57729709D}" dt="2024-08-27T11:03:45.584" v="665" actId="20577"/>
          <ac:spMkLst>
            <pc:docMk/>
            <pc:sldMk cId="2207652183" sldId="329"/>
            <ac:spMk id="2" creationId="{040D5C0C-AC08-411A-5743-AAEE17931EFD}"/>
          </ac:spMkLst>
        </pc:spChg>
        <pc:spChg chg="del mod">
          <ac:chgData name="Maitri Tandel" userId="bc09fcbff8c463de" providerId="LiveId" clId="{1B45C07B-CF49-435E-8221-26D57729709D}" dt="2024-08-27T11:02:35.938" v="626" actId="478"/>
          <ac:spMkLst>
            <pc:docMk/>
            <pc:sldMk cId="2207652183" sldId="329"/>
            <ac:spMk id="3" creationId="{B37360DF-3FD1-505F-FB7F-3AD167868E9D}"/>
          </ac:spMkLst>
        </pc:spChg>
        <pc:spChg chg="add del mod">
          <ac:chgData name="Maitri Tandel" userId="bc09fcbff8c463de" providerId="LiveId" clId="{1B45C07B-CF49-435E-8221-26D57729709D}" dt="2024-08-27T11:02:24.491" v="623" actId="478"/>
          <ac:spMkLst>
            <pc:docMk/>
            <pc:sldMk cId="2207652183" sldId="329"/>
            <ac:spMk id="5" creationId="{1BF72E73-D563-28CA-68EC-EF19537B20B2}"/>
          </ac:spMkLst>
        </pc:spChg>
        <pc:spChg chg="add del mod">
          <ac:chgData name="Maitri Tandel" userId="bc09fcbff8c463de" providerId="LiveId" clId="{1B45C07B-CF49-435E-8221-26D57729709D}" dt="2024-08-27T11:02:40.499" v="628" actId="478"/>
          <ac:spMkLst>
            <pc:docMk/>
            <pc:sldMk cId="2207652183" sldId="329"/>
            <ac:spMk id="7" creationId="{AEA1E608-88A0-5E0A-1D5A-1C176F05F357}"/>
          </ac:spMkLst>
        </pc:spChg>
        <pc:picChg chg="del">
          <ac:chgData name="Maitri Tandel" userId="bc09fcbff8c463de" providerId="LiveId" clId="{1B45C07B-CF49-435E-8221-26D57729709D}" dt="2024-08-27T11:02:20.709" v="621" actId="478"/>
          <ac:picMkLst>
            <pc:docMk/>
            <pc:sldMk cId="2207652183" sldId="329"/>
            <ac:picMk id="8" creationId="{1A2C36C1-B28E-D335-858C-C9746B6F79C6}"/>
          </ac:picMkLst>
        </pc:picChg>
      </pc:sldChg>
      <pc:sldChg chg="del ord">
        <pc:chgData name="Maitri Tandel" userId="bc09fcbff8c463de" providerId="LiveId" clId="{1B45C07B-CF49-435E-8221-26D57729709D}" dt="2024-08-28T05:17:39.978" v="875" actId="47"/>
        <pc:sldMkLst>
          <pc:docMk/>
          <pc:sldMk cId="1408565599" sldId="330"/>
        </pc:sldMkLst>
      </pc:sldChg>
      <pc:sldChg chg="addSp delSp modSp mod ord">
        <pc:chgData name="Maitri Tandel" userId="bc09fcbff8c463de" providerId="LiveId" clId="{1B45C07B-CF49-435E-8221-26D57729709D}" dt="2024-08-27T11:04:47.519" v="669"/>
        <pc:sldMkLst>
          <pc:docMk/>
          <pc:sldMk cId="2346848335" sldId="331"/>
        </pc:sldMkLst>
        <pc:spChg chg="add del mod">
          <ac:chgData name="Maitri Tandel" userId="bc09fcbff8c463de" providerId="LiveId" clId="{1B45C07B-CF49-435E-8221-26D57729709D}" dt="2024-08-27T10:39:40.860" v="322" actId="478"/>
          <ac:spMkLst>
            <pc:docMk/>
            <pc:sldMk cId="2346848335" sldId="331"/>
            <ac:spMk id="4" creationId="{F0DD83D3-809E-C716-AA49-2CFBEC7370B8}"/>
          </ac:spMkLst>
        </pc:spChg>
        <pc:spChg chg="mod">
          <ac:chgData name="Maitri Tandel" userId="bc09fcbff8c463de" providerId="LiveId" clId="{1B45C07B-CF49-435E-8221-26D57729709D}" dt="2024-08-27T10:45:03.687" v="445" actId="122"/>
          <ac:spMkLst>
            <pc:docMk/>
            <pc:sldMk cId="2346848335" sldId="331"/>
            <ac:spMk id="5" creationId="{7077C6F9-B646-5C7D-C75E-C0A52DC72116}"/>
          </ac:spMkLst>
        </pc:spChg>
        <pc:spChg chg="del mod">
          <ac:chgData name="Maitri Tandel" userId="bc09fcbff8c463de" providerId="LiveId" clId="{1B45C07B-CF49-435E-8221-26D57729709D}" dt="2024-08-27T10:40:33.883" v="400" actId="478"/>
          <ac:spMkLst>
            <pc:docMk/>
            <pc:sldMk cId="2346848335" sldId="331"/>
            <ac:spMk id="6" creationId="{0560E33F-C072-D53E-4C22-9772E6996B38}"/>
          </ac:spMkLst>
        </pc:spChg>
        <pc:spChg chg="add del mod">
          <ac:chgData name="Maitri Tandel" userId="bc09fcbff8c463de" providerId="LiveId" clId="{1B45C07B-CF49-435E-8221-26D57729709D}" dt="2024-08-27T10:43:12.094" v="407" actId="931"/>
          <ac:spMkLst>
            <pc:docMk/>
            <pc:sldMk cId="2346848335" sldId="331"/>
            <ac:spMk id="9" creationId="{F934E23F-84CC-F4AF-F260-5D9C4006C7A5}"/>
          </ac:spMkLst>
        </pc:spChg>
        <pc:spChg chg="add del mod">
          <ac:chgData name="Maitri Tandel" userId="bc09fcbff8c463de" providerId="LiveId" clId="{1B45C07B-CF49-435E-8221-26D57729709D}" dt="2024-08-27T10:43:38.036" v="411" actId="931"/>
          <ac:spMkLst>
            <pc:docMk/>
            <pc:sldMk cId="2346848335" sldId="331"/>
            <ac:spMk id="13" creationId="{24A81B9B-C269-7B26-1031-8798E1FA3A98}"/>
          </ac:spMkLst>
        </pc:spChg>
        <pc:picChg chg="add del mod">
          <ac:chgData name="Maitri Tandel" userId="bc09fcbff8c463de" providerId="LiveId" clId="{1B45C07B-CF49-435E-8221-26D57729709D}" dt="2024-08-27T10:43:06.273" v="406" actId="478"/>
          <ac:picMkLst>
            <pc:docMk/>
            <pc:sldMk cId="2346848335" sldId="331"/>
            <ac:picMk id="7" creationId="{445EDA40-7B1B-CCF2-633A-B6D50868BCB3}"/>
          </ac:picMkLst>
        </pc:picChg>
        <pc:picChg chg="add del mod">
          <ac:chgData name="Maitri Tandel" userId="bc09fcbff8c463de" providerId="LiveId" clId="{1B45C07B-CF49-435E-8221-26D57729709D}" dt="2024-08-27T10:43:28.807" v="410" actId="478"/>
          <ac:picMkLst>
            <pc:docMk/>
            <pc:sldMk cId="2346848335" sldId="331"/>
            <ac:picMk id="11" creationId="{7D574A4A-7B94-484A-4944-2E90423105BC}"/>
          </ac:picMkLst>
        </pc:picChg>
        <pc:picChg chg="add mod modCrop">
          <ac:chgData name="Maitri Tandel" userId="bc09fcbff8c463de" providerId="LiveId" clId="{1B45C07B-CF49-435E-8221-26D57729709D}" dt="2024-08-27T10:47:19.481" v="453" actId="14100"/>
          <ac:picMkLst>
            <pc:docMk/>
            <pc:sldMk cId="2346848335" sldId="331"/>
            <ac:picMk id="15" creationId="{C51CA7C2-F487-EE9F-A39E-74F5AD72C96B}"/>
          </ac:picMkLst>
        </pc:picChg>
      </pc:sldChg>
      <pc:sldChg chg="del ord">
        <pc:chgData name="Maitri Tandel" userId="bc09fcbff8c463de" providerId="LiveId" clId="{1B45C07B-CF49-435E-8221-26D57729709D}" dt="2024-08-28T05:17:47.722" v="880" actId="47"/>
        <pc:sldMkLst>
          <pc:docMk/>
          <pc:sldMk cId="675328774" sldId="332"/>
        </pc:sldMkLst>
      </pc:sldChg>
      <pc:sldChg chg="del">
        <pc:chgData name="Maitri Tandel" userId="bc09fcbff8c463de" providerId="LiveId" clId="{1B45C07B-CF49-435E-8221-26D57729709D}" dt="2024-08-28T05:17:36.880" v="873" actId="47"/>
        <pc:sldMkLst>
          <pc:docMk/>
          <pc:sldMk cId="1155373387" sldId="333"/>
        </pc:sldMkLst>
      </pc:sldChg>
      <pc:sldChg chg="del">
        <pc:chgData name="Maitri Tandel" userId="bc09fcbff8c463de" providerId="LiveId" clId="{1B45C07B-CF49-435E-8221-26D57729709D}" dt="2024-08-28T05:17:41.851" v="877" actId="47"/>
        <pc:sldMkLst>
          <pc:docMk/>
          <pc:sldMk cId="2551074955" sldId="334"/>
        </pc:sldMkLst>
      </pc:sldChg>
      <pc:sldChg chg="del">
        <pc:chgData name="Maitri Tandel" userId="bc09fcbff8c463de" providerId="LiveId" clId="{1B45C07B-CF49-435E-8221-26D57729709D}" dt="2024-08-28T05:17:42.874" v="878" actId="47"/>
        <pc:sldMkLst>
          <pc:docMk/>
          <pc:sldMk cId="3087350026" sldId="335"/>
        </pc:sldMkLst>
      </pc:sldChg>
      <pc:sldChg chg="del">
        <pc:chgData name="Maitri Tandel" userId="bc09fcbff8c463de" providerId="LiveId" clId="{1B45C07B-CF49-435E-8221-26D57729709D}" dt="2024-08-28T05:17:43.530" v="879" actId="47"/>
        <pc:sldMkLst>
          <pc:docMk/>
          <pc:sldMk cId="2058503895" sldId="336"/>
        </pc:sldMkLst>
      </pc:sldChg>
      <pc:sldChg chg="addSp delSp modSp mod">
        <pc:chgData name="Maitri Tandel" userId="bc09fcbff8c463de" providerId="LiveId" clId="{1B45C07B-CF49-435E-8221-26D57729709D}" dt="2024-08-28T05:18:07.629" v="885" actId="20577"/>
        <pc:sldMkLst>
          <pc:docMk/>
          <pc:sldMk cId="4165655568" sldId="337"/>
        </pc:sldMkLst>
        <pc:spChg chg="mod">
          <ac:chgData name="Maitri Tandel" userId="bc09fcbff8c463de" providerId="LiveId" clId="{1B45C07B-CF49-435E-8221-26D57729709D}" dt="2024-08-28T05:18:07.629" v="885" actId="20577"/>
          <ac:spMkLst>
            <pc:docMk/>
            <pc:sldMk cId="4165655568" sldId="337"/>
            <ac:spMk id="2" creationId="{5300CCF9-507A-9B33-F360-5F3A97BF4E61}"/>
          </ac:spMkLst>
        </pc:spChg>
        <pc:spChg chg="del mod">
          <ac:chgData name="Maitri Tandel" userId="bc09fcbff8c463de" providerId="LiveId" clId="{1B45C07B-CF49-435E-8221-26D57729709D}" dt="2024-08-28T05:17:55.908" v="882" actId="478"/>
          <ac:spMkLst>
            <pc:docMk/>
            <pc:sldMk cId="4165655568" sldId="337"/>
            <ac:spMk id="3" creationId="{FA394F8A-4651-0476-8C8A-075A356960DE}"/>
          </ac:spMkLst>
        </pc:spChg>
        <pc:spChg chg="add del mod">
          <ac:chgData name="Maitri Tandel" userId="bc09fcbff8c463de" providerId="LiveId" clId="{1B45C07B-CF49-435E-8221-26D57729709D}" dt="2024-08-28T05:18:02.110" v="884" actId="478"/>
          <ac:spMkLst>
            <pc:docMk/>
            <pc:sldMk cId="4165655568" sldId="337"/>
            <ac:spMk id="6" creationId="{D1E31A21-1B13-611D-AA66-AC52ED303832}"/>
          </ac:spMkLst>
        </pc:spChg>
      </pc:sldChg>
      <pc:sldChg chg="modSp add mod">
        <pc:chgData name="Maitri Tandel" userId="bc09fcbff8c463de" providerId="LiveId" clId="{1B45C07B-CF49-435E-8221-26D57729709D}" dt="2024-08-27T10:32:04.311" v="262" actId="20577"/>
        <pc:sldMkLst>
          <pc:docMk/>
          <pc:sldMk cId="68125621" sldId="338"/>
        </pc:sldMkLst>
        <pc:spChg chg="mod">
          <ac:chgData name="Maitri Tandel" userId="bc09fcbff8c463de" providerId="LiveId" clId="{1B45C07B-CF49-435E-8221-26D57729709D}" dt="2024-08-27T10:32:04.311" v="262" actId="20577"/>
          <ac:spMkLst>
            <pc:docMk/>
            <pc:sldMk cId="68125621" sldId="338"/>
            <ac:spMk id="2" creationId="{650AF76D-A0D2-8179-168C-8025D377329E}"/>
          </ac:spMkLst>
        </pc:spChg>
        <pc:spChg chg="mod">
          <ac:chgData name="Maitri Tandel" userId="bc09fcbff8c463de" providerId="LiveId" clId="{1B45C07B-CF49-435E-8221-26D57729709D}" dt="2024-08-27T10:30:40.596" v="226" actId="113"/>
          <ac:spMkLst>
            <pc:docMk/>
            <pc:sldMk cId="68125621" sldId="338"/>
            <ac:spMk id="3" creationId="{B16F5ACA-5B20-DED2-F6EA-E50B5B17F3AE}"/>
          </ac:spMkLst>
        </pc:spChg>
      </pc:sldChg>
      <pc:sldChg chg="add">
        <pc:chgData name="Maitri Tandel" userId="bc09fcbff8c463de" providerId="LiveId" clId="{1B45C07B-CF49-435E-8221-26D57729709D}" dt="2024-08-27T10:32:38.125" v="263" actId="2890"/>
        <pc:sldMkLst>
          <pc:docMk/>
          <pc:sldMk cId="2741665411" sldId="339"/>
        </pc:sldMkLst>
      </pc:sldChg>
      <pc:sldChg chg="addSp delSp modSp add mod">
        <pc:chgData name="Maitri Tandel" userId="bc09fcbff8c463de" providerId="LiveId" clId="{1B45C07B-CF49-435E-8221-26D57729709D}" dt="2024-08-27T10:55:08.444" v="518" actId="14100"/>
        <pc:sldMkLst>
          <pc:docMk/>
          <pc:sldMk cId="2962753796" sldId="340"/>
        </pc:sldMkLst>
        <pc:spChg chg="add del mod">
          <ac:chgData name="Maitri Tandel" userId="bc09fcbff8c463de" providerId="LiveId" clId="{1B45C07B-CF49-435E-8221-26D57729709D}" dt="2024-08-27T10:52:33.967" v="499" actId="931"/>
          <ac:spMkLst>
            <pc:docMk/>
            <pc:sldMk cId="2962753796" sldId="340"/>
            <ac:spMk id="4" creationId="{F57DBADF-9EC0-DBE0-CFCB-83E47F3930EE}"/>
          </ac:spMkLst>
        </pc:spChg>
        <pc:spChg chg="mod">
          <ac:chgData name="Maitri Tandel" userId="bc09fcbff8c463de" providerId="LiveId" clId="{1B45C07B-CF49-435E-8221-26D57729709D}" dt="2024-08-27T10:51:14.580" v="497" actId="20577"/>
          <ac:spMkLst>
            <pc:docMk/>
            <pc:sldMk cId="2962753796" sldId="340"/>
            <ac:spMk id="5" creationId="{7077C6F9-B646-5C7D-C75E-C0A52DC72116}"/>
          </ac:spMkLst>
        </pc:spChg>
        <pc:picChg chg="add mod modCrop">
          <ac:chgData name="Maitri Tandel" userId="bc09fcbff8c463de" providerId="LiveId" clId="{1B45C07B-CF49-435E-8221-26D57729709D}" dt="2024-08-27T10:55:08.444" v="518" actId="14100"/>
          <ac:picMkLst>
            <pc:docMk/>
            <pc:sldMk cId="2962753796" sldId="340"/>
            <ac:picMk id="7" creationId="{BA2F4F4C-7E22-C480-A8CA-9C980E8A1B10}"/>
          </ac:picMkLst>
        </pc:picChg>
        <pc:picChg chg="del">
          <ac:chgData name="Maitri Tandel" userId="bc09fcbff8c463de" providerId="LiveId" clId="{1B45C07B-CF49-435E-8221-26D57729709D}" dt="2024-08-27T10:51:17.658" v="498" actId="478"/>
          <ac:picMkLst>
            <pc:docMk/>
            <pc:sldMk cId="2962753796" sldId="340"/>
            <ac:picMk id="15" creationId="{C51CA7C2-F487-EE9F-A39E-74F5AD72C96B}"/>
          </ac:picMkLst>
        </pc:picChg>
      </pc:sldChg>
      <pc:sldChg chg="addSp delSp modSp add mod">
        <pc:chgData name="Maitri Tandel" userId="bc09fcbff8c463de" providerId="LiveId" clId="{1B45C07B-CF49-435E-8221-26D57729709D}" dt="2024-08-27T10:57:41.650" v="550" actId="14100"/>
        <pc:sldMkLst>
          <pc:docMk/>
          <pc:sldMk cId="3964334560" sldId="341"/>
        </pc:sldMkLst>
        <pc:spChg chg="add del mod">
          <ac:chgData name="Maitri Tandel" userId="bc09fcbff8c463de" providerId="LiveId" clId="{1B45C07B-CF49-435E-8221-26D57729709D}" dt="2024-08-27T10:56:20.639" v="540" actId="931"/>
          <ac:spMkLst>
            <pc:docMk/>
            <pc:sldMk cId="3964334560" sldId="341"/>
            <ac:spMk id="4" creationId="{13C94234-21C3-2814-919E-51BC3A992098}"/>
          </ac:spMkLst>
        </pc:spChg>
        <pc:spChg chg="mod">
          <ac:chgData name="Maitri Tandel" userId="bc09fcbff8c463de" providerId="LiveId" clId="{1B45C07B-CF49-435E-8221-26D57729709D}" dt="2024-08-27T10:56:06.844" v="538" actId="20577"/>
          <ac:spMkLst>
            <pc:docMk/>
            <pc:sldMk cId="3964334560" sldId="341"/>
            <ac:spMk id="5" creationId="{7077C6F9-B646-5C7D-C75E-C0A52DC72116}"/>
          </ac:spMkLst>
        </pc:spChg>
        <pc:picChg chg="del">
          <ac:chgData name="Maitri Tandel" userId="bc09fcbff8c463de" providerId="LiveId" clId="{1B45C07B-CF49-435E-8221-26D57729709D}" dt="2024-08-27T10:56:13.448" v="539" actId="478"/>
          <ac:picMkLst>
            <pc:docMk/>
            <pc:sldMk cId="3964334560" sldId="341"/>
            <ac:picMk id="7" creationId="{BA2F4F4C-7E22-C480-A8CA-9C980E8A1B10}"/>
          </ac:picMkLst>
        </pc:picChg>
        <pc:picChg chg="add mod modCrop">
          <ac:chgData name="Maitri Tandel" userId="bc09fcbff8c463de" providerId="LiveId" clId="{1B45C07B-CF49-435E-8221-26D57729709D}" dt="2024-08-27T10:57:41.650" v="550" actId="14100"/>
          <ac:picMkLst>
            <pc:docMk/>
            <pc:sldMk cId="3964334560" sldId="341"/>
            <ac:picMk id="8" creationId="{9A8D916A-695D-25DA-22C3-8D75FE1EF660}"/>
          </ac:picMkLst>
        </pc:picChg>
      </pc:sldChg>
      <pc:sldChg chg="addSp delSp modSp add mod">
        <pc:chgData name="Maitri Tandel" userId="bc09fcbff8c463de" providerId="LiveId" clId="{1B45C07B-CF49-435E-8221-26D57729709D}" dt="2024-08-27T11:00:14.915" v="577" actId="14100"/>
        <pc:sldMkLst>
          <pc:docMk/>
          <pc:sldMk cId="2895439260" sldId="342"/>
        </pc:sldMkLst>
        <pc:spChg chg="add del mod">
          <ac:chgData name="Maitri Tandel" userId="bc09fcbff8c463de" providerId="LiveId" clId="{1B45C07B-CF49-435E-8221-26D57729709D}" dt="2024-08-27T10:58:35.838" v="559" actId="931"/>
          <ac:spMkLst>
            <pc:docMk/>
            <pc:sldMk cId="2895439260" sldId="342"/>
            <ac:spMk id="4" creationId="{5F090889-1E4E-7364-F5D7-4D80419A33F2}"/>
          </ac:spMkLst>
        </pc:spChg>
        <pc:spChg chg="mod">
          <ac:chgData name="Maitri Tandel" userId="bc09fcbff8c463de" providerId="LiveId" clId="{1B45C07B-CF49-435E-8221-26D57729709D}" dt="2024-08-27T10:59:20.657" v="570" actId="20577"/>
          <ac:spMkLst>
            <pc:docMk/>
            <pc:sldMk cId="2895439260" sldId="342"/>
            <ac:spMk id="5" creationId="{7077C6F9-B646-5C7D-C75E-C0A52DC72116}"/>
          </ac:spMkLst>
        </pc:spChg>
        <pc:picChg chg="add mod modCrop">
          <ac:chgData name="Maitri Tandel" userId="bc09fcbff8c463de" providerId="LiveId" clId="{1B45C07B-CF49-435E-8221-26D57729709D}" dt="2024-08-27T11:00:14.915" v="577" actId="14100"/>
          <ac:picMkLst>
            <pc:docMk/>
            <pc:sldMk cId="2895439260" sldId="342"/>
            <ac:picMk id="7" creationId="{301B1EF9-B595-96F7-204E-05949D88BB27}"/>
          </ac:picMkLst>
        </pc:picChg>
        <pc:picChg chg="del">
          <ac:chgData name="Maitri Tandel" userId="bc09fcbff8c463de" providerId="LiveId" clId="{1B45C07B-CF49-435E-8221-26D57729709D}" dt="2024-08-27T10:58:29.367" v="558" actId="478"/>
          <ac:picMkLst>
            <pc:docMk/>
            <pc:sldMk cId="2895439260" sldId="342"/>
            <ac:picMk id="8" creationId="{9A8D916A-695D-25DA-22C3-8D75FE1EF66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AF03AE-1CC2-475F-B909-50970E9699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3C45E-73BA-4C86-A24F-A5006B4E7B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7A4CE-17BB-4BB2-AC7B-97495293E2AC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DB874-DF6A-4AFA-8055-4AD7EE4CE3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7078F-04CB-4625-B536-5BCAA2EC6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EF92D-82DD-4142-BCE8-036B91487D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70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6C8F5-2FDA-4718-81AA-24F4816BBD56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C616-C518-4358-9496-6C33B2F5FA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203530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8C06E75-D141-2591-34CB-FD5A8E2934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DF3001-E875-1F24-EB4D-25D1C62B9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42482" y="0"/>
            <a:ext cx="204951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2E624C-54CA-F68F-91A3-D20D31CD7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1255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02C8EE9-5089-082B-D162-A5AE6B8053D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9013145" y="4934929"/>
            <a:ext cx="1841938" cy="96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74177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466155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06818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494122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83249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0065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162132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224493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003957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35190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1A476F7-D5C8-1CEC-9F4A-86A24C0BF3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>
            <a:off x="0" y="0"/>
            <a:ext cx="5423337" cy="535652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0CBB0B7-F53E-97B4-C0F5-2D1842F1D2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4735" y="726953"/>
            <a:ext cx="3069021" cy="23816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BE1252-9BC4-8186-499A-2A7107C2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4873752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50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5568696"/>
            <a:ext cx="5276088" cy="8595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48124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1652325642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3419856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64608" y="2093976"/>
            <a:ext cx="6382512" cy="3749040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B897DD0-4462-B31B-50A9-D399FD0F58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529"/>
          <a:stretch/>
        </p:blipFill>
        <p:spPr>
          <a:xfrm>
            <a:off x="3815" y="4389845"/>
            <a:ext cx="5024198" cy="24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16414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,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7C8AFE-E640-9C6A-F20C-CDE1D4EF5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27476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1CF2607-B5C7-9992-C51D-DD5E7FC5FB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9827" y="3157140"/>
            <a:ext cx="2438400" cy="20701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D2F83CD-8345-462A-4412-5A54CB1FD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916"/>
          <a:stretch/>
        </p:blipFill>
        <p:spPr>
          <a:xfrm>
            <a:off x="0" y="3950466"/>
            <a:ext cx="3005804" cy="222436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85800"/>
            <a:ext cx="5486400" cy="3383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343400"/>
            <a:ext cx="5486400" cy="10058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84264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2652016379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5EA319-BD06-493B-D1CD-EC2AF7394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47991" y="0"/>
            <a:ext cx="1703832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560446E-E817-5E2A-D76A-43A4168EF1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246669" y="4842646"/>
            <a:ext cx="1611949" cy="185325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7DC846D-C40C-085A-6A57-EBD733E9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6291072" cy="26700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F5F674E-A7FF-FC97-AC6B-9E98247F6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346704"/>
            <a:ext cx="6016752" cy="2670048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F3752326-0FB4-41C5-2D91-5CBFDC2DAD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18120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065697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3F9824-10E6-81A0-0A31-9658CC009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002FB0-0A62-2FA3-FB8D-3275F107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5BF220-87F8-C1D3-102B-15C9BF2EE4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4672" y="2093976"/>
            <a:ext cx="10469880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953336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17B23C3-2F98-4465-21EA-A49296DA1F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97A4D6-9D7A-63FE-63C9-A585FFE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149840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4370832" cy="3776472"/>
          </a:xfrm>
          <a:solidFill>
            <a:schemeClr val="bg1">
              <a:lumMod val="9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3A182AF-83EB-0BA6-3ADD-B49BDD9E37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9048" y="2112264"/>
            <a:ext cx="4370832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42165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47051E-220B-9586-3E85-05AF9DC9B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15203" y="0"/>
            <a:ext cx="2045247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8FA6629-B230-F528-AAE3-D182D963F0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10800000">
            <a:off x="0" y="671161"/>
            <a:ext cx="3089740" cy="48767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A0390C-256A-CE3C-1348-C39DBAE01D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7644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667512"/>
            <a:ext cx="5916168" cy="36667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 cap="all" spc="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096" y="4636008"/>
            <a:ext cx="5276088" cy="155448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600"/>
              </a:spcAft>
              <a:buNone/>
              <a:defRPr sz="2000" b="0" i="0" spc="2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54112" y="947737"/>
            <a:ext cx="4023360" cy="4962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3321110496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48277F-DB00-5149-6533-E8AEF0BAD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73518" y="0"/>
            <a:ext cx="133432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067A69A-84EE-0E71-D053-F462EBCC8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3520" y="655677"/>
            <a:ext cx="2438400" cy="20701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4ACCFF-64A9-40AA-93F9-86E3CE016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48" y="658368"/>
            <a:ext cx="5486400" cy="36210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CCC134-2698-41E9-A225-76300EF59E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0936" y="576072"/>
            <a:ext cx="4023360" cy="54955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785D0F-160C-4A31-93B3-F251B0730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9048" y="4553712"/>
            <a:ext cx="5486400" cy="10058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marL="0" indent="0">
              <a:buNone/>
              <a:defRPr sz="2400" b="0" i="0" spc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451331752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14BC85D4-4139-2AAA-166E-6FBA095A8B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55" t="5126"/>
          <a:stretch/>
        </p:blipFill>
        <p:spPr>
          <a:xfrm>
            <a:off x="0" y="1729776"/>
            <a:ext cx="5423337" cy="535652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931BC73-A262-809F-6027-25B33F16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41270" y="0"/>
            <a:ext cx="1250729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EA2C9-0142-1847-0FE5-307C101C6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83241" y="0"/>
            <a:ext cx="45719" cy="685800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007DF4F-A4F8-98C7-5975-55CBED0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667512"/>
            <a:ext cx="3621024" cy="551383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59D4968-2C08-763C-19C6-591349685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0" y="1161288"/>
            <a:ext cx="5276088" cy="4535424"/>
          </a:xfrm>
          <a:solidFill>
            <a:schemeClr val="bg1">
              <a:lumMod val="95000"/>
            </a:schemeClr>
          </a:solidFill>
        </p:spPr>
        <p:txBody>
          <a:bodyPr anchor="t" anchorCtr="0">
            <a:normAutofit/>
          </a:bodyPr>
          <a:lstStyle>
            <a:lvl1pPr marL="457200" indent="-457200">
              <a:lnSpc>
                <a:spcPct val="80000"/>
              </a:lnSpc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714500" indent="-342900">
              <a:buFont typeface="+mj-lt"/>
              <a:buAutoNum type="alphaLcParenR"/>
              <a:defRPr sz="1400"/>
            </a:lvl4pPr>
            <a:lvl5pPr marL="2228850" indent="-400050">
              <a:buFont typeface="+mj-lt"/>
              <a:buAutoNum type="romanL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34441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F0B854-EF27-FB51-FED5-D9C462D7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AF96D3-D3E2-FEAC-EE69-279502A5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A9ADD0-45A7-DB71-D010-70B5B174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2880360" cy="3776472"/>
          </a:xfrm>
          <a:solidFill>
            <a:schemeClr val="tx1">
              <a:alpha val="5000"/>
            </a:schemeClr>
          </a:solidFill>
        </p:spPr>
        <p:txBody>
          <a:bodyPr rIns="45720"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ECD368-DD7D-CC8B-3678-D0BFE82918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61104" y="2093976"/>
            <a:ext cx="6967728" cy="4014216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964287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E4764D-8226-78DF-9303-299C95FA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98984" y="0"/>
            <a:ext cx="1336431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7C27D79-5B49-F06F-29C2-BF64295274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3477" y="5154421"/>
            <a:ext cx="3279227" cy="122971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545B34A-525D-FD4C-2384-D583B495C0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55" t="5126"/>
          <a:stretch/>
        </p:blipFill>
        <p:spPr>
          <a:xfrm flipH="1">
            <a:off x="6768663" y="1729776"/>
            <a:ext cx="5423337" cy="535652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B59FA15-E93F-D07D-D82B-86E08C540E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2704" y="795528"/>
            <a:ext cx="6099048" cy="5120640"/>
          </a:xfrm>
          <a:prstGeom prst="rect">
            <a:avLst/>
          </a:prstGeom>
          <a:solidFill>
            <a:schemeClr val="tx1">
              <a:alpha val="5000"/>
            </a:schemeClr>
          </a:solidFill>
        </p:spPr>
        <p:txBody>
          <a:bodyPr anchor="ctr"/>
          <a:lstStyle>
            <a:lvl1pPr>
              <a:lnSpc>
                <a:spcPct val="90000"/>
              </a:lnSpc>
              <a:defRPr sz="48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F1B2B40-3852-2BC5-AA67-3AC0C94B5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0976"/>
            <a:ext cx="4050792" cy="496519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pc="400" baseline="0"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185421984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177962F-BF83-8BF0-521C-AC2FE18512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7085" b="-104"/>
          <a:stretch/>
        </p:blipFill>
        <p:spPr>
          <a:xfrm rot="5400000">
            <a:off x="7746274" y="2898378"/>
            <a:ext cx="3089740" cy="48767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003ACC-3116-807F-81D2-E8057D4C2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383"/>
            <a:ext cx="12192000" cy="1524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43485B2-AA3A-87CC-3B1B-A193C6EB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890504" cy="154533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EF9689-52F4-4A6F-BEAC-E0B840C11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093976"/>
            <a:ext cx="5833872" cy="3776472"/>
          </a:xfrm>
          <a:solidFill>
            <a:schemeClr val="bg1">
              <a:lumMod val="95000"/>
            </a:schemeClr>
          </a:solidFill>
        </p:spPr>
        <p:txBody>
          <a:bodyPr rIns="91440" anchor="t" anchorCtr="0">
            <a:normAutofit/>
          </a:bodyPr>
          <a:lstStyle>
            <a:lvl1pPr marL="457200" indent="-457200">
              <a:spcAft>
                <a:spcPts val="1800"/>
              </a:spcAft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lphaLcPeriod"/>
              <a:defRPr sz="1800"/>
            </a:lvl2pPr>
            <a:lvl3pPr marL="1371600" indent="-457200">
              <a:buFont typeface="+mj-lt"/>
              <a:buAutoNum type="arabicParenR"/>
              <a:defRPr sz="1600"/>
            </a:lvl3pPr>
            <a:lvl4pPr marL="1828800" indent="-457200">
              <a:buFont typeface="+mj-lt"/>
              <a:buAutoNum type="alphaLcParenR"/>
              <a:defRPr sz="1400"/>
            </a:lvl4pPr>
            <a:lvl5pPr marL="2286000" indent="-457200">
              <a:buFont typeface="+mj-lt"/>
              <a:buAutoNum type="romanL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532826-83B5-DC67-7DDB-45FD78E830A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06056" y="2093976"/>
            <a:ext cx="3172968" cy="3776472"/>
          </a:xfrm>
          <a:noFill/>
        </p:spPr>
        <p:txBody>
          <a:bodyPr anchor="t" anchorCtr="0">
            <a:normAutofit/>
          </a:bodyPr>
          <a:lstStyle>
            <a:lvl1pPr>
              <a:spcAft>
                <a:spcPts val="1800"/>
              </a:spcAft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0438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91729D4-A164-47A3-830D-E792BCE699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107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676" r:id="rId19"/>
    <p:sldLayoutId id="2147483678" r:id="rId20"/>
    <p:sldLayoutId id="2147483679" r:id="rId21"/>
    <p:sldLayoutId id="2147483681" r:id="rId22"/>
    <p:sldLayoutId id="2147483682" r:id="rId23"/>
  </p:sldLayoutIdLst>
  <p:transition spd="slow">
    <p:wip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9680-7C22-BFF1-165D-52AB411C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42" y="474562"/>
            <a:ext cx="7184531" cy="1720645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E-commerce Clothes Shopping Website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F459B-002E-E89C-3A0E-589730DD71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927036"/>
            <a:ext cx="5024284" cy="1301988"/>
          </a:xfrm>
        </p:spPr>
        <p:txBody>
          <a:bodyPr>
            <a:normAutofit/>
          </a:bodyPr>
          <a:lstStyle/>
          <a:p>
            <a: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Patel Yash - 14</a:t>
            </a:r>
          </a:p>
          <a:p>
            <a: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M.Sc. (CA) Part - 1</a:t>
            </a:r>
          </a:p>
          <a:p>
            <a:r>
              <a:rPr lang="en-US" sz="1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Guided by Dr. Rachna Shukla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F1AE1FA-645F-BE23-1688-D53A1CA552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5517F-78D5-E681-8059-F554787E3F64}"/>
              </a:ext>
            </a:extLst>
          </p:cNvPr>
          <p:cNvSpPr txBox="1"/>
          <p:nvPr/>
        </p:nvSpPr>
        <p:spPr>
          <a:xfrm>
            <a:off x="2177082" y="2578784"/>
            <a:ext cx="3718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WARDROBE</a:t>
            </a:r>
            <a:r>
              <a:rPr lang="en-IN" sz="3200" b="1" u="sng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 X</a:t>
            </a:r>
            <a:endParaRPr lang="en-IN" b="1" u="sng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15C028B-8235-EBB3-9805-E1A18EEB8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113" y="474562"/>
            <a:ext cx="4048124" cy="6007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76554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F76D-A0D2-8179-168C-8025D377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994" y="747872"/>
            <a:ext cx="2176425" cy="92758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800" dirty="0"/>
              <a:t>GOAL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21146C-4491-5EFF-4F32-D193D5E5D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675452"/>
            <a:ext cx="9350476" cy="55686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Offer Trendy Styles:</a:t>
            </a:r>
            <a:r>
              <a:rPr lang="en-US" sz="2400" dirty="0"/>
              <a:t> Provide a wide range of fashionable clothing that keeps up with the latest trends.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Ensure Quality and Affordability:</a:t>
            </a:r>
            <a:r>
              <a:rPr lang="en-US" sz="2400" dirty="0"/>
              <a:t> Balance high-quality materials with affordable prices for great value.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 Deliver Exceptional Service:</a:t>
            </a:r>
            <a:r>
              <a:rPr lang="en-US" sz="2400" dirty="0"/>
              <a:t> Make shopping easy with user-friendly navigation and excellent customer support.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30A5-9701-4D21-4CCC-742D1F9B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20951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F76D-A0D2-8179-168C-8025D3773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337" y="794687"/>
            <a:ext cx="5794796" cy="1049235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800" dirty="0"/>
              <a:t>TARGET AUDIENCE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F5ACA-5B20-DED2-F6EA-E50B5B17F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98" y="2066874"/>
            <a:ext cx="9603275" cy="4094762"/>
          </a:xfrm>
        </p:spPr>
        <p:txBody>
          <a:bodyPr>
            <a:normAutofit fontScale="92500"/>
          </a:bodyPr>
          <a:lstStyle/>
          <a:p>
            <a:pPr marL="171450" indent="-171450">
              <a:buSzPct val="110000"/>
              <a:buFont typeface="Wingdings" panose="05000000000000000000" pitchFamily="2" charset="2"/>
              <a:buChar char="§"/>
            </a:pPr>
            <a:r>
              <a:rPr lang="en-US" sz="2600" b="1" dirty="0"/>
              <a:t>Fashion-Conscious Shoppers: </a:t>
            </a:r>
            <a:r>
              <a:rPr lang="en-US" sz="2600" dirty="0"/>
              <a:t>People who love staying up-to-date with the latest trends and styles.</a:t>
            </a:r>
          </a:p>
          <a:p>
            <a:pPr marL="171450" indent="-171450">
              <a:buSzPct val="110000"/>
              <a:buFont typeface="Wingdings" panose="05000000000000000000" pitchFamily="2" charset="2"/>
              <a:buChar char="§"/>
            </a:pPr>
            <a:r>
              <a:rPr lang="en-US" sz="2600" b="1" dirty="0"/>
              <a:t>Budget-Friendly Buyers: </a:t>
            </a:r>
            <a:r>
              <a:rPr lang="en-US" sz="2600" dirty="0"/>
              <a:t>Customers looking for stylish, quality clothing at affordable prices.</a:t>
            </a:r>
          </a:p>
          <a:p>
            <a:pPr marL="171450" indent="-171450">
              <a:buSzPct val="110000"/>
              <a:buFont typeface="Wingdings" panose="05000000000000000000" pitchFamily="2" charset="2"/>
              <a:buChar char="§"/>
            </a:pPr>
            <a:r>
              <a:rPr lang="en-US" sz="2600" b="1" dirty="0"/>
              <a:t>Adults and couples: </a:t>
            </a:r>
            <a:r>
              <a:rPr lang="en-US" sz="2600" dirty="0"/>
              <a:t>Our e-commerce clothing website serves fashion-conscious women, men, and couples seeking a diverse range of stylish options, from casual to formal attire, with a focus on personalized shopping experiences.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30A5-9701-4D21-4CCC-742D1F9B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2562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78F9C-AD8D-8740-A739-7ED17C9AB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536" y="1014405"/>
            <a:ext cx="9230896" cy="5356898"/>
          </a:xfrm>
        </p:spPr>
        <p:txBody>
          <a:bodyPr numCol="1">
            <a:normAutofit fontScale="77500" lnSpcReduction="20000"/>
          </a:bodyPr>
          <a:lstStyle/>
          <a:p>
            <a:pPr lvl="1">
              <a:buFont typeface="Wingdings" panose="05000000000000000000" pitchFamily="2" charset="2"/>
              <a:buChar char="Ø"/>
            </a:pPr>
            <a:endParaRPr lang="en-IN" sz="3200" dirty="0"/>
          </a:p>
          <a:p>
            <a:r>
              <a:rPr lang="en-US" sz="3200" b="1" dirty="0"/>
              <a:t>Frontend:</a:t>
            </a:r>
            <a:endParaRPr lang="en-US" sz="3200" dirty="0"/>
          </a:p>
          <a:p>
            <a:pPr marL="0" indent="0">
              <a:buNone/>
            </a:pPr>
            <a:r>
              <a:rPr lang="en-US" sz="2600" b="1" dirty="0"/>
              <a:t>      React.js</a:t>
            </a:r>
            <a:r>
              <a:rPr lang="en-US" sz="2600" dirty="0"/>
              <a:t> – For building dynamic and responsive user interfaces.</a:t>
            </a:r>
          </a:p>
          <a:p>
            <a:pPr marL="0" indent="0">
              <a:buNone/>
            </a:pPr>
            <a:r>
              <a:rPr lang="en-US" sz="2600" b="1" dirty="0"/>
              <a:t>      HTML, </a:t>
            </a:r>
            <a:r>
              <a:rPr lang="en-US" sz="2600" b="1" dirty="0" err="1"/>
              <a:t>TailwindCSS</a:t>
            </a:r>
            <a:r>
              <a:rPr lang="en-US" sz="2600" b="1" dirty="0"/>
              <a:t>, JavaScript</a:t>
            </a:r>
            <a:r>
              <a:rPr lang="en-US" sz="2600" dirty="0"/>
              <a:t> – Core web technologies for structure 					and  styling.</a:t>
            </a:r>
            <a:endParaRPr lang="en-IN" sz="2800" dirty="0"/>
          </a:p>
          <a:p>
            <a:r>
              <a:rPr lang="en-IN" sz="3200" dirty="0"/>
              <a:t> </a:t>
            </a:r>
            <a:r>
              <a:rPr lang="en-US" sz="3200" b="1" dirty="0"/>
              <a:t>Backend:</a:t>
            </a:r>
            <a:endParaRPr lang="en-US" sz="3200" dirty="0"/>
          </a:p>
          <a:p>
            <a:pPr marL="0" indent="0">
              <a:buNone/>
            </a:pPr>
            <a:r>
              <a:rPr lang="en-US" sz="2600" b="1" dirty="0"/>
              <a:t>      Node.js</a:t>
            </a:r>
            <a:r>
              <a:rPr lang="en-US" sz="2600" dirty="0"/>
              <a:t> – Server-side runtime environment.</a:t>
            </a:r>
          </a:p>
          <a:p>
            <a:pPr marL="0" indent="0">
              <a:buNone/>
            </a:pPr>
            <a:r>
              <a:rPr lang="en-US" sz="2600" b="1" dirty="0"/>
              <a:t>      Express.js</a:t>
            </a:r>
            <a:r>
              <a:rPr lang="en-US" sz="2600" dirty="0"/>
              <a:t> – Web framework for building APIs and handling requests.</a:t>
            </a:r>
            <a:endParaRPr lang="en-IN" sz="2800" dirty="0"/>
          </a:p>
          <a:p>
            <a:r>
              <a:rPr lang="en-IN" sz="3200" dirty="0"/>
              <a:t> </a:t>
            </a:r>
            <a:r>
              <a:rPr lang="en-US" sz="3200" b="1" dirty="0"/>
              <a:t>Database:</a:t>
            </a:r>
            <a:endParaRPr lang="en-US" sz="3200" dirty="0"/>
          </a:p>
          <a:p>
            <a:pPr marL="0" indent="0">
              <a:buNone/>
            </a:pPr>
            <a:r>
              <a:rPr lang="en-US" sz="2600" b="1" dirty="0"/>
              <a:t>       MongoDB</a:t>
            </a:r>
            <a:r>
              <a:rPr lang="en-US" sz="2600" dirty="0"/>
              <a:t> – NoSQL database to store users, courses, lessons, and 		   results.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30A5-9701-4D21-4CCC-742D1F9B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D5DD8-6577-14A1-1FCE-F9B8F40EB7D9}"/>
              </a:ext>
            </a:extLst>
          </p:cNvPr>
          <p:cNvSpPr txBox="1"/>
          <p:nvPr/>
        </p:nvSpPr>
        <p:spPr>
          <a:xfrm>
            <a:off x="2943726" y="827770"/>
            <a:ext cx="45994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Software Requirement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29268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78F9C-AD8D-8740-A739-7ED17C9AB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079" y="336911"/>
            <a:ext cx="9568904" cy="5881788"/>
          </a:xfrm>
        </p:spPr>
        <p:txBody>
          <a:bodyPr numCol="1">
            <a:normAutofit fontScale="92500" lnSpcReduction="20000"/>
          </a:bodyPr>
          <a:lstStyle/>
          <a:p>
            <a:pPr lvl="1">
              <a:buFont typeface="Wingdings" panose="05000000000000000000" pitchFamily="2" charset="2"/>
              <a:buChar char="Ø"/>
            </a:pPr>
            <a:endParaRPr lang="en-IN" sz="3200" dirty="0"/>
          </a:p>
          <a:p>
            <a:pPr marL="457200" lvl="1" indent="0" algn="ctr">
              <a:buNone/>
            </a:pPr>
            <a:r>
              <a:rPr lang="en-IN" sz="3200" b="1" dirty="0"/>
              <a:t>Hardware Requirement</a:t>
            </a:r>
            <a:endParaRPr lang="en-IN" sz="3200" dirty="0"/>
          </a:p>
          <a:p>
            <a:pPr marL="457200" lvl="1" indent="0">
              <a:buNone/>
            </a:pPr>
            <a:endParaRPr lang="en-IN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Processor:</a:t>
            </a:r>
            <a:r>
              <a:rPr lang="en-US" sz="2400" dirty="0"/>
              <a:t> Intel i5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RAM:</a:t>
            </a:r>
            <a:r>
              <a:rPr lang="en-US" sz="2400" dirty="0"/>
              <a:t> 4 GB (Client), 8 GB (Server)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Storage:</a:t>
            </a:r>
            <a:r>
              <a:rPr lang="en-US" sz="2400" dirty="0"/>
              <a:t> 100 GB (Client), 256 GB SSD (Server)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Internet:</a:t>
            </a:r>
            <a:r>
              <a:rPr lang="en-US" sz="2400" dirty="0"/>
              <a:t> Stable high-speed connection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Display:</a:t>
            </a:r>
            <a:r>
              <a:rPr lang="en-US" sz="2400" dirty="0"/>
              <a:t> 1024x768 or higher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  <a:p>
            <a:pPr marL="914400" lvl="2" indent="0">
              <a:lnSpc>
                <a:spcPct val="100000"/>
              </a:lnSpc>
              <a:buNone/>
            </a:pPr>
            <a:endParaRPr lang="en-I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330A5-9701-4D21-4CCC-742D1F9B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3597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0D96-5D17-9E34-CB4F-72D505573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157" y="1302551"/>
            <a:ext cx="5127584" cy="5476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+mj-lt"/>
              </a:rPr>
              <a:t>Admin Module:</a:t>
            </a:r>
          </a:p>
          <a:p>
            <a:r>
              <a:rPr lang="en-IN" sz="2400" dirty="0">
                <a:latin typeface="+mj-lt"/>
              </a:rPr>
              <a:t>Manage accounts and permissions.</a:t>
            </a:r>
          </a:p>
          <a:p>
            <a:r>
              <a:rPr lang="en-IN" sz="2400" dirty="0">
                <a:latin typeface="+mj-lt"/>
              </a:rPr>
              <a:t>Manage Categories</a:t>
            </a:r>
          </a:p>
          <a:p>
            <a:r>
              <a:rPr lang="en-IN" sz="2400" dirty="0" err="1">
                <a:latin typeface="+mj-lt"/>
              </a:rPr>
              <a:t>Add,Update,Delete</a:t>
            </a:r>
            <a:r>
              <a:rPr lang="en-IN" sz="2400" dirty="0">
                <a:latin typeface="+mj-lt"/>
              </a:rPr>
              <a:t> Product</a:t>
            </a:r>
          </a:p>
          <a:p>
            <a:r>
              <a:rPr lang="en-IN" sz="2400" dirty="0">
                <a:latin typeface="+mj-lt"/>
              </a:rPr>
              <a:t>View and process orders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D39BD-AF7F-8B1B-58F8-10D731A0760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67883" y="1302551"/>
            <a:ext cx="5127585" cy="5590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User Module:</a:t>
            </a:r>
            <a:endParaRPr lang="en-IN" sz="2400" dirty="0"/>
          </a:p>
          <a:p>
            <a:r>
              <a:rPr lang="en-IN" sz="2400" dirty="0"/>
              <a:t>View and search products</a:t>
            </a:r>
          </a:p>
          <a:p>
            <a:r>
              <a:rPr lang="en-IN" sz="2400" dirty="0"/>
              <a:t>Add or remove </a:t>
            </a:r>
            <a:r>
              <a:rPr lang="en-IN" sz="2400" dirty="0" err="1"/>
              <a:t>products,view</a:t>
            </a:r>
            <a:r>
              <a:rPr lang="en-IN" sz="2400" dirty="0"/>
              <a:t> totals in cart</a:t>
            </a:r>
          </a:p>
          <a:p>
            <a:r>
              <a:rPr lang="en-IN" sz="2400" dirty="0"/>
              <a:t>View order history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96D05-CD51-A687-903C-1F29AF2E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17278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5C0C-AC08-411A-5743-AAEE1793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086" y="206115"/>
            <a:ext cx="8487664" cy="582676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6000" b="1" dirty="0"/>
              <a:t>DATA FLOW DIAGRAM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6521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77C6F9-B646-5C7D-C75E-C0A52DC7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26" y="190984"/>
            <a:ext cx="9650803" cy="870117"/>
          </a:xfrm>
        </p:spPr>
        <p:txBody>
          <a:bodyPr/>
          <a:lstStyle/>
          <a:p>
            <a:pPr algn="ctr"/>
            <a:r>
              <a:rPr lang="en-US" dirty="0"/>
              <a:t>0(CONTEXT)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FCE61F-A4B1-C1BD-8937-C2A157D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82AC1-24BE-9244-C4BA-29DD198653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704" b="-1852"/>
          <a:stretch/>
        </p:blipFill>
        <p:spPr>
          <a:xfrm>
            <a:off x="1125226" y="2261419"/>
            <a:ext cx="9650803" cy="207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5379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77C6F9-B646-5C7D-C75E-C0A52DC7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26" y="136526"/>
            <a:ext cx="9650803" cy="53717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LEVEL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C7C419C-7816-5676-53E0-DC718BD94A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-1905" t="5703" r="-456"/>
          <a:stretch/>
        </p:blipFill>
        <p:spPr>
          <a:xfrm>
            <a:off x="1125226" y="943897"/>
            <a:ext cx="9650803" cy="5777577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FCE61F-A4B1-C1BD-8937-C2A157D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33456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77C6F9-B646-5C7D-C75E-C0A52DC7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26" y="190984"/>
            <a:ext cx="9650803" cy="870117"/>
          </a:xfrm>
        </p:spPr>
        <p:txBody>
          <a:bodyPr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LEVEL 4.0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74CA5E1-4D20-4C79-A829-2771AC8D55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7" t="10576" r="-1" b="-1519"/>
          <a:stretch/>
        </p:blipFill>
        <p:spPr>
          <a:xfrm>
            <a:off x="2300748" y="1061101"/>
            <a:ext cx="5771536" cy="496017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FCE61F-A4B1-C1BD-8937-C2A157D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43926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77C6F9-B646-5C7D-C75E-C0A52DC7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26" y="190984"/>
            <a:ext cx="9650803" cy="870117"/>
          </a:xfrm>
        </p:spPr>
        <p:txBody>
          <a:bodyPr/>
          <a:lstStyle/>
          <a:p>
            <a:pPr algn="ctr"/>
            <a:r>
              <a:rPr lang="en-US" dirty="0"/>
              <a:t>E-R DIAGRAM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522880D-7B5B-370E-FCFC-638EE7AA7CF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-148" t="9059" r="-1016" b="-92"/>
          <a:stretch/>
        </p:blipFill>
        <p:spPr>
          <a:xfrm>
            <a:off x="1125226" y="1114678"/>
            <a:ext cx="7944464" cy="4932162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FCE61F-A4B1-C1BD-8937-C2A157D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4833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A45A-D542-1310-2EBC-2CFDDEF4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681697" cy="1243121"/>
          </a:xfrm>
        </p:spPr>
        <p:txBody>
          <a:bodyPr/>
          <a:lstStyle/>
          <a:p>
            <a:r>
              <a:rPr lang="en-IN" dirty="0" err="1"/>
              <a:t>admin_mast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6FA614-1383-196F-8A47-ABB7E8713F94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441159571"/>
              </p:ext>
            </p:extLst>
          </p:nvPr>
        </p:nvGraphicFramePr>
        <p:xfrm>
          <a:off x="804862" y="1930722"/>
          <a:ext cx="10681697" cy="412830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94192">
                  <a:extLst>
                    <a:ext uri="{9D8B030D-6E8A-4147-A177-3AD203B41FA5}">
                      <a16:colId xmlns:a16="http://schemas.microsoft.com/office/drawing/2014/main" val="4156676375"/>
                    </a:ext>
                  </a:extLst>
                </a:gridCol>
                <a:gridCol w="1972138">
                  <a:extLst>
                    <a:ext uri="{9D8B030D-6E8A-4147-A177-3AD203B41FA5}">
                      <a16:colId xmlns:a16="http://schemas.microsoft.com/office/drawing/2014/main" val="1760733386"/>
                    </a:ext>
                  </a:extLst>
                </a:gridCol>
                <a:gridCol w="3011349">
                  <a:extLst>
                    <a:ext uri="{9D8B030D-6E8A-4147-A177-3AD203B41FA5}">
                      <a16:colId xmlns:a16="http://schemas.microsoft.com/office/drawing/2014/main" val="785024404"/>
                    </a:ext>
                  </a:extLst>
                </a:gridCol>
                <a:gridCol w="4004018">
                  <a:extLst>
                    <a:ext uri="{9D8B030D-6E8A-4147-A177-3AD203B41FA5}">
                      <a16:colId xmlns:a16="http://schemas.microsoft.com/office/drawing/2014/main" val="946664229"/>
                    </a:ext>
                  </a:extLst>
                </a:gridCol>
              </a:tblGrid>
              <a:tr h="676824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34625"/>
                  </a:ext>
                </a:extLst>
              </a:tr>
              <a:tr h="676824">
                <a:tc>
                  <a:txBody>
                    <a:bodyPr/>
                    <a:lstStyle/>
                    <a:p>
                      <a:r>
                        <a:rPr lang="en-IN" dirty="0" err="1"/>
                        <a:t>admin_id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16746"/>
                  </a:ext>
                </a:extLst>
              </a:tr>
              <a:tr h="676824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2971"/>
                  </a:ext>
                </a:extLst>
              </a:tr>
              <a:tr h="744185">
                <a:tc>
                  <a:txBody>
                    <a:bodyPr/>
                    <a:lstStyle/>
                    <a:p>
                      <a:r>
                        <a:rPr lang="en-IN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69759"/>
                  </a:ext>
                </a:extLst>
              </a:tr>
              <a:tr h="676824">
                <a:tc>
                  <a:txBody>
                    <a:bodyPr/>
                    <a:lstStyle/>
                    <a:p>
                      <a:r>
                        <a:rPr lang="en-IN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82032"/>
                  </a:ext>
                </a:extLst>
              </a:tr>
              <a:tr h="676824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Defualt</a:t>
                      </a:r>
                      <a:r>
                        <a:rPr lang="en-US" dirty="0"/>
                        <a:t>: admin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09486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31FB-F599-1F4D-3362-84077D88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16294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A45A-D542-1310-2EBC-2CFDDEF4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760"/>
            <a:ext cx="10681697" cy="1243121"/>
          </a:xfrm>
        </p:spPr>
        <p:txBody>
          <a:bodyPr/>
          <a:lstStyle/>
          <a:p>
            <a:r>
              <a:rPr lang="en-IN" dirty="0"/>
              <a:t>users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6FA614-1383-196F-8A47-ABB7E8713F94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238749782"/>
              </p:ext>
            </p:extLst>
          </p:nvPr>
        </p:nvGraphicFramePr>
        <p:xfrm>
          <a:off x="804862" y="2093913"/>
          <a:ext cx="10681696" cy="282804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94192">
                  <a:extLst>
                    <a:ext uri="{9D8B030D-6E8A-4147-A177-3AD203B41FA5}">
                      <a16:colId xmlns:a16="http://schemas.microsoft.com/office/drawing/2014/main" val="4156676375"/>
                    </a:ext>
                  </a:extLst>
                </a:gridCol>
                <a:gridCol w="1972138">
                  <a:extLst>
                    <a:ext uri="{9D8B030D-6E8A-4147-A177-3AD203B41FA5}">
                      <a16:colId xmlns:a16="http://schemas.microsoft.com/office/drawing/2014/main" val="1760733386"/>
                    </a:ext>
                  </a:extLst>
                </a:gridCol>
                <a:gridCol w="3011348">
                  <a:extLst>
                    <a:ext uri="{9D8B030D-6E8A-4147-A177-3AD203B41FA5}">
                      <a16:colId xmlns:a16="http://schemas.microsoft.com/office/drawing/2014/main" val="785024404"/>
                    </a:ext>
                  </a:extLst>
                </a:gridCol>
                <a:gridCol w="4004018">
                  <a:extLst>
                    <a:ext uri="{9D8B030D-6E8A-4147-A177-3AD203B41FA5}">
                      <a16:colId xmlns:a16="http://schemas.microsoft.com/office/drawing/2014/main" val="946664229"/>
                    </a:ext>
                  </a:extLst>
                </a:gridCol>
              </a:tblGrid>
              <a:tr h="44732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IN" dirty="0" err="1"/>
                        <a:t>ull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</a:t>
                      </a:r>
                      <a:r>
                        <a:rPr lang="en-IN" dirty="0" err="1"/>
                        <a:t>ey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34625"/>
                  </a:ext>
                </a:extLst>
              </a:tr>
              <a:tr h="591431">
                <a:tc>
                  <a:txBody>
                    <a:bodyPr/>
                    <a:lstStyle/>
                    <a:p>
                      <a:r>
                        <a:rPr lang="en-US" sz="2000" dirty="0"/>
                        <a:t>_id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</a:t>
                      </a:r>
                      <a:r>
                        <a:rPr lang="en-IN" sz="2000" dirty="0" err="1"/>
                        <a:t>tring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Primary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16746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r>
                        <a:rPr lang="en-US" sz="2000" dirty="0"/>
                        <a:t>n</a:t>
                      </a:r>
                      <a:r>
                        <a:rPr lang="en-IN" sz="2000" dirty="0" err="1"/>
                        <a:t>ame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</a:t>
                      </a:r>
                      <a:r>
                        <a:rPr lang="en-IN" sz="2000" dirty="0" err="1"/>
                        <a:t>tring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394195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r>
                        <a:rPr lang="en-US" sz="2000" dirty="0"/>
                        <a:t>e</a:t>
                      </a:r>
                      <a:r>
                        <a:rPr lang="en-IN" sz="2000" dirty="0"/>
                        <a:t>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kumimoji="0" lang="en-IN" sz="2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Unique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2971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r>
                        <a:rPr lang="en-US" sz="2000" dirty="0"/>
                        <a:t>p</a:t>
                      </a:r>
                      <a:r>
                        <a:rPr lang="en-IN" sz="2000" dirty="0"/>
                        <a:t>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</a:t>
                      </a:r>
                      <a:r>
                        <a:rPr lang="en-IN" sz="2000" dirty="0" err="1"/>
                        <a:t>tring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69759"/>
                  </a:ext>
                </a:extLst>
              </a:tr>
              <a:tr h="447323">
                <a:tc>
                  <a:txBody>
                    <a:bodyPr/>
                    <a:lstStyle/>
                    <a:p>
                      <a:r>
                        <a:rPr lang="en-IN" sz="2000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</a:t>
                      </a:r>
                      <a:r>
                        <a:rPr lang="en-IN" sz="2000" dirty="0" err="1"/>
                        <a:t>tring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8203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31FB-F599-1F4D-3362-84077D88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23419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A45A-D542-1310-2EBC-2CFDDEF4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680990"/>
            <a:ext cx="10681697" cy="1243121"/>
          </a:xfrm>
        </p:spPr>
        <p:txBody>
          <a:bodyPr/>
          <a:lstStyle/>
          <a:p>
            <a:r>
              <a:rPr lang="en-IN" dirty="0" err="1"/>
              <a:t>category_mast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6FA614-1383-196F-8A47-ABB7E8713F94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474837148"/>
              </p:ext>
            </p:extLst>
          </p:nvPr>
        </p:nvGraphicFramePr>
        <p:xfrm>
          <a:off x="777240" y="2221234"/>
          <a:ext cx="10681697" cy="2005869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828308">
                  <a:extLst>
                    <a:ext uri="{9D8B030D-6E8A-4147-A177-3AD203B41FA5}">
                      <a16:colId xmlns:a16="http://schemas.microsoft.com/office/drawing/2014/main" val="4156676375"/>
                    </a:ext>
                  </a:extLst>
                </a:gridCol>
                <a:gridCol w="1838022">
                  <a:extLst>
                    <a:ext uri="{9D8B030D-6E8A-4147-A177-3AD203B41FA5}">
                      <a16:colId xmlns:a16="http://schemas.microsoft.com/office/drawing/2014/main" val="1760733386"/>
                    </a:ext>
                  </a:extLst>
                </a:gridCol>
                <a:gridCol w="3011349">
                  <a:extLst>
                    <a:ext uri="{9D8B030D-6E8A-4147-A177-3AD203B41FA5}">
                      <a16:colId xmlns:a16="http://schemas.microsoft.com/office/drawing/2014/main" val="785024404"/>
                    </a:ext>
                  </a:extLst>
                </a:gridCol>
                <a:gridCol w="4004018">
                  <a:extLst>
                    <a:ext uri="{9D8B030D-6E8A-4147-A177-3AD203B41FA5}">
                      <a16:colId xmlns:a16="http://schemas.microsoft.com/office/drawing/2014/main" val="946664229"/>
                    </a:ext>
                  </a:extLst>
                </a:gridCol>
              </a:tblGrid>
              <a:tr h="59141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34625"/>
                  </a:ext>
                </a:extLst>
              </a:tr>
              <a:tr h="731548">
                <a:tc>
                  <a:txBody>
                    <a:bodyPr/>
                    <a:lstStyle/>
                    <a:p>
                      <a:r>
                        <a:rPr lang="en-IN" sz="2400" dirty="0" err="1"/>
                        <a:t>cate_id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  <a:r>
                        <a:rPr lang="en-IN" sz="2400" dirty="0" err="1"/>
                        <a:t>tring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</a:t>
                      </a:r>
                      <a:r>
                        <a:rPr lang="en-IN" sz="2400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Primary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16746"/>
                  </a:ext>
                </a:extLst>
              </a:tr>
              <a:tr h="682906">
                <a:tc>
                  <a:txBody>
                    <a:bodyPr/>
                    <a:lstStyle/>
                    <a:p>
                      <a:r>
                        <a:rPr lang="en-IN" sz="2400" dirty="0" err="1"/>
                        <a:t>catename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  <a:r>
                        <a:rPr lang="en-IN" sz="2400" dirty="0" err="1"/>
                        <a:t>tring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6975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31FB-F599-1F4D-3362-84077D88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89322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4D257-E43B-A2DF-27C3-B60DCD25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0FBA-8D28-B1F2-7CB8-21F5EFF6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51" y="389197"/>
            <a:ext cx="8860966" cy="1570293"/>
          </a:xfrm>
        </p:spPr>
        <p:txBody>
          <a:bodyPr/>
          <a:lstStyle/>
          <a:p>
            <a:r>
              <a:rPr lang="en-IN" dirty="0" err="1"/>
              <a:t>product_mast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C66ED5C-7C2C-82FF-7215-90285F50DCA2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645055583"/>
              </p:ext>
            </p:extLst>
          </p:nvPr>
        </p:nvGraphicFramePr>
        <p:xfrm>
          <a:off x="755151" y="2079087"/>
          <a:ext cx="10681697" cy="3377819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94192">
                  <a:extLst>
                    <a:ext uri="{9D8B030D-6E8A-4147-A177-3AD203B41FA5}">
                      <a16:colId xmlns:a16="http://schemas.microsoft.com/office/drawing/2014/main" val="4156676375"/>
                    </a:ext>
                  </a:extLst>
                </a:gridCol>
                <a:gridCol w="1606921">
                  <a:extLst>
                    <a:ext uri="{9D8B030D-6E8A-4147-A177-3AD203B41FA5}">
                      <a16:colId xmlns:a16="http://schemas.microsoft.com/office/drawing/2014/main" val="1760733386"/>
                    </a:ext>
                  </a:extLst>
                </a:gridCol>
                <a:gridCol w="3063639">
                  <a:extLst>
                    <a:ext uri="{9D8B030D-6E8A-4147-A177-3AD203B41FA5}">
                      <a16:colId xmlns:a16="http://schemas.microsoft.com/office/drawing/2014/main" val="785024404"/>
                    </a:ext>
                  </a:extLst>
                </a:gridCol>
                <a:gridCol w="4316945">
                  <a:extLst>
                    <a:ext uri="{9D8B030D-6E8A-4147-A177-3AD203B41FA5}">
                      <a16:colId xmlns:a16="http://schemas.microsoft.com/office/drawing/2014/main" val="946664229"/>
                    </a:ext>
                  </a:extLst>
                </a:gridCol>
              </a:tblGrid>
              <a:tr h="41701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34625"/>
                  </a:ext>
                </a:extLst>
              </a:tr>
              <a:tr h="441409">
                <a:tc>
                  <a:txBody>
                    <a:bodyPr/>
                    <a:lstStyle/>
                    <a:p>
                      <a:r>
                        <a:rPr lang="en-IN" dirty="0" err="1"/>
                        <a:t>p_id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IN" dirty="0" err="1"/>
                        <a:t>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16746"/>
                  </a:ext>
                </a:extLst>
              </a:tr>
              <a:tr h="417017">
                <a:tc>
                  <a:txBody>
                    <a:bodyPr/>
                    <a:lstStyle/>
                    <a:p>
                      <a:r>
                        <a:rPr lang="en-IN" dirty="0" err="1"/>
                        <a:t>p_name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IN" dirty="0" err="1"/>
                        <a:t>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2971"/>
                  </a:ext>
                </a:extLst>
              </a:tr>
              <a:tr h="417017"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69759"/>
                  </a:ext>
                </a:extLst>
              </a:tr>
              <a:tr h="417017"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82032"/>
                  </a:ext>
                </a:extLst>
              </a:tr>
              <a:tr h="417017">
                <a:tc>
                  <a:txBody>
                    <a:bodyPr/>
                    <a:lstStyle/>
                    <a:p>
                      <a:r>
                        <a:rPr lang="en-IN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177554"/>
                  </a:ext>
                </a:extLst>
              </a:tr>
              <a:tr h="417017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r>
                        <a:rPr lang="en-IN" dirty="0"/>
                        <a:t>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89692"/>
                  </a:ext>
                </a:extLst>
              </a:tr>
              <a:tr h="4343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90177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389DF-E5E8-4DD3-B896-98FB6F62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75609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A45A-D542-1310-2EBC-2CFDDEF4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963" y="267437"/>
            <a:ext cx="2349910" cy="1243121"/>
          </a:xfrm>
        </p:spPr>
        <p:txBody>
          <a:bodyPr/>
          <a:lstStyle/>
          <a:p>
            <a:r>
              <a:rPr lang="en-IN" dirty="0"/>
              <a:t>      </a:t>
            </a:r>
            <a:r>
              <a:rPr lang="en-IN" dirty="0" err="1"/>
              <a:t>cart_mast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66FA614-1383-196F-8A47-ABB7E8713F94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677762766"/>
              </p:ext>
            </p:extLst>
          </p:nvPr>
        </p:nvGraphicFramePr>
        <p:xfrm>
          <a:off x="768963" y="1858644"/>
          <a:ext cx="10654074" cy="314071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89811">
                  <a:extLst>
                    <a:ext uri="{9D8B030D-6E8A-4147-A177-3AD203B41FA5}">
                      <a16:colId xmlns:a16="http://schemas.microsoft.com/office/drawing/2014/main" val="4156676375"/>
                    </a:ext>
                  </a:extLst>
                </a:gridCol>
                <a:gridCol w="1790512">
                  <a:extLst>
                    <a:ext uri="{9D8B030D-6E8A-4147-A177-3AD203B41FA5}">
                      <a16:colId xmlns:a16="http://schemas.microsoft.com/office/drawing/2014/main" val="1760733386"/>
                    </a:ext>
                  </a:extLst>
                </a:gridCol>
                <a:gridCol w="3180087">
                  <a:extLst>
                    <a:ext uri="{9D8B030D-6E8A-4147-A177-3AD203B41FA5}">
                      <a16:colId xmlns:a16="http://schemas.microsoft.com/office/drawing/2014/main" val="785024404"/>
                    </a:ext>
                  </a:extLst>
                </a:gridCol>
                <a:gridCol w="3993664">
                  <a:extLst>
                    <a:ext uri="{9D8B030D-6E8A-4147-A177-3AD203B41FA5}">
                      <a16:colId xmlns:a16="http://schemas.microsoft.com/office/drawing/2014/main" val="946664229"/>
                    </a:ext>
                  </a:extLst>
                </a:gridCol>
              </a:tblGrid>
              <a:tr h="59141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34625"/>
                  </a:ext>
                </a:extLst>
              </a:tr>
              <a:tr h="680289">
                <a:tc>
                  <a:txBody>
                    <a:bodyPr/>
                    <a:lstStyle/>
                    <a:p>
                      <a:r>
                        <a:rPr lang="en-IN" dirty="0" err="1"/>
                        <a:t>cart_id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IN" dirty="0" err="1"/>
                        <a:t>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16746"/>
                  </a:ext>
                </a:extLst>
              </a:tr>
              <a:tr h="680289">
                <a:tc>
                  <a:txBody>
                    <a:bodyPr/>
                    <a:lstStyle/>
                    <a:p>
                      <a:r>
                        <a:rPr lang="en-IN" dirty="0" err="1"/>
                        <a:t>user_id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IN" dirty="0" err="1"/>
                        <a:t>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IN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</a:t>
                      </a:r>
                      <a:r>
                        <a:rPr lang="en-IN" dirty="0" err="1"/>
                        <a:t>user_id</a:t>
                      </a:r>
                      <a:r>
                        <a:rPr lang="en-IN" dirty="0"/>
                        <a:t>)</a:t>
                      </a:r>
                    </a:p>
                    <a:p>
                      <a:r>
                        <a:rPr lang="en-IN" dirty="0"/>
                        <a:t>References</a:t>
                      </a:r>
                    </a:p>
                    <a:p>
                      <a:r>
                        <a:rPr lang="en-IN" dirty="0" err="1"/>
                        <a:t>user_mast</a:t>
                      </a:r>
                      <a:r>
                        <a:rPr lang="en-IN" dirty="0"/>
                        <a:t> (</a:t>
                      </a:r>
                      <a:r>
                        <a:rPr lang="en-IN" dirty="0" err="1"/>
                        <a:t>user_id</a:t>
                      </a:r>
                      <a:r>
                        <a:rPr lang="en-IN" dirty="0"/>
                        <a:t>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2971"/>
                  </a:ext>
                </a:extLst>
              </a:tr>
              <a:tr h="680289">
                <a:tc>
                  <a:txBody>
                    <a:bodyPr/>
                    <a:lstStyle/>
                    <a:p>
                      <a:r>
                        <a:rPr lang="en-IN" dirty="0" err="1"/>
                        <a:t>created_at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current_timestamp</a:t>
                      </a:r>
                      <a:r>
                        <a:rPr lang="en-IN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46975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31FB-F599-1F4D-3362-84077D88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74745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5281F0-53C7-2B42-4C5D-ECA505F8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C8678-C13D-E6AD-FE05-0D690AF206C0}"/>
              </a:ext>
            </a:extLst>
          </p:cNvPr>
          <p:cNvSpPr txBox="1"/>
          <p:nvPr/>
        </p:nvSpPr>
        <p:spPr>
          <a:xfrm>
            <a:off x="410770" y="66031"/>
            <a:ext cx="7298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Order Details:</a:t>
            </a:r>
            <a:endParaRPr lang="en-IN" sz="3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B35E8D-188A-2024-0182-70500AECE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335056"/>
              </p:ext>
            </p:extLst>
          </p:nvPr>
        </p:nvGraphicFramePr>
        <p:xfrm>
          <a:off x="410770" y="852879"/>
          <a:ext cx="10820398" cy="517313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716191">
                  <a:extLst>
                    <a:ext uri="{9D8B030D-6E8A-4147-A177-3AD203B41FA5}">
                      <a16:colId xmlns:a16="http://schemas.microsoft.com/office/drawing/2014/main" val="1976820402"/>
                    </a:ext>
                  </a:extLst>
                </a:gridCol>
                <a:gridCol w="1627786">
                  <a:extLst>
                    <a:ext uri="{9D8B030D-6E8A-4147-A177-3AD203B41FA5}">
                      <a16:colId xmlns:a16="http://schemas.microsoft.com/office/drawing/2014/main" val="3581717728"/>
                    </a:ext>
                  </a:extLst>
                </a:gridCol>
                <a:gridCol w="3103421">
                  <a:extLst>
                    <a:ext uri="{9D8B030D-6E8A-4147-A177-3AD203B41FA5}">
                      <a16:colId xmlns:a16="http://schemas.microsoft.com/office/drawing/2014/main" val="2887003436"/>
                    </a:ext>
                  </a:extLst>
                </a:gridCol>
                <a:gridCol w="4373000">
                  <a:extLst>
                    <a:ext uri="{9D8B030D-6E8A-4147-A177-3AD203B41FA5}">
                      <a16:colId xmlns:a16="http://schemas.microsoft.com/office/drawing/2014/main" val="4166719443"/>
                    </a:ext>
                  </a:extLst>
                </a:gridCol>
              </a:tblGrid>
              <a:tr h="3854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869998"/>
                  </a:ext>
                </a:extLst>
              </a:tr>
              <a:tr h="407990">
                <a:tc>
                  <a:txBody>
                    <a:bodyPr/>
                    <a:lstStyle/>
                    <a:p>
                      <a:r>
                        <a:rPr lang="en-US" dirty="0"/>
                        <a:t>O</a:t>
                      </a:r>
                      <a:r>
                        <a:rPr lang="en-IN" dirty="0" err="1"/>
                        <a:t>rder_id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IN" dirty="0" err="1"/>
                        <a:t>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497324"/>
                  </a:ext>
                </a:extLst>
              </a:tr>
              <a:tr h="611164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r>
                        <a:rPr lang="en-IN" dirty="0" err="1"/>
                        <a:t>ustomerName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r>
                        <a:rPr lang="en-IN" dirty="0" err="1"/>
                        <a:t>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883090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  <a:r>
                        <a:rPr lang="en-IN" dirty="0"/>
                        <a:t>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42111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  <a:r>
                        <a:rPr lang="en-IN" dirty="0"/>
                        <a:t>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968298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r>
                        <a:rPr lang="en-IN" dirty="0" err="1"/>
                        <a:t>ddress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32219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965425"/>
                  </a:ext>
                </a:extLst>
              </a:tr>
              <a:tr h="401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zip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552719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356353"/>
                  </a:ext>
                </a:extLst>
              </a:tr>
              <a:tr h="611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PaymentMethod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935540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Status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695881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TotalAmount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120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457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D5C0-017C-5298-FA55-BAC0B8AD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999" y="409525"/>
            <a:ext cx="9636001" cy="641237"/>
          </a:xfrm>
        </p:spPr>
        <p:txBody>
          <a:bodyPr>
            <a:normAutofit/>
          </a:bodyPr>
          <a:lstStyle/>
          <a:p>
            <a:r>
              <a:rPr lang="en-US" b="1" u="sng" dirty="0"/>
              <a:t>User Side :</a:t>
            </a:r>
            <a:endParaRPr lang="en-IN" b="1" u="sng" dirty="0"/>
          </a:p>
        </p:txBody>
      </p:sp>
      <p:pic>
        <p:nvPicPr>
          <p:cNvPr id="8" name="Content Placeholder 7" descr="A person holding a shirt&#10;&#10;AI-generated content may be incorrect.">
            <a:extLst>
              <a:ext uri="{FF2B5EF4-FFF2-40B4-BE49-F238E27FC236}">
                <a16:creationId xmlns:a16="http://schemas.microsoft.com/office/drawing/2014/main" id="{9EB9D61E-00F7-7AE7-37CD-3E9BD345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999" y="1302551"/>
            <a:ext cx="9636001" cy="466616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0F57E-25B3-5928-E6B4-BDA3D866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65785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59CD96-299B-DDDC-5B26-C0D32FF1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CDF38-8DF3-32BA-FC6A-0AA886CCF741}"/>
              </a:ext>
            </a:extLst>
          </p:cNvPr>
          <p:cNvSpPr txBox="1"/>
          <p:nvPr/>
        </p:nvSpPr>
        <p:spPr>
          <a:xfrm>
            <a:off x="1153539" y="306530"/>
            <a:ext cx="988492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latin typeface="Aptos Narrow" panose="020B0004020202020204" pitchFamily="34" charset="0"/>
              </a:rPr>
              <a:t>Registration Page :</a:t>
            </a:r>
          </a:p>
          <a:p>
            <a:endParaRPr lang="en-IN" dirty="0"/>
          </a:p>
        </p:txBody>
      </p:sp>
      <p:pic>
        <p:nvPicPr>
          <p:cNvPr id="5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B5778013-9A2E-C961-02CE-AAB3A6AB0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39" y="1302551"/>
            <a:ext cx="9884922" cy="465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92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41CAA4-986D-4EC6-4CAA-3C22EC271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705A5-DF88-2B33-0DEE-0186D2690F08}"/>
              </a:ext>
            </a:extLst>
          </p:cNvPr>
          <p:cNvSpPr txBox="1"/>
          <p:nvPr/>
        </p:nvSpPr>
        <p:spPr>
          <a:xfrm>
            <a:off x="1602659" y="344462"/>
            <a:ext cx="36870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Log In Page :</a:t>
            </a:r>
            <a:endParaRPr lang="en-IN" sz="4000" b="1" u="sng" dirty="0"/>
          </a:p>
        </p:txBody>
      </p:sp>
      <p:pic>
        <p:nvPicPr>
          <p:cNvPr id="5" name="Picture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A6899B4D-FBAF-7C2D-60AA-732910515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533" y="1371377"/>
            <a:ext cx="9258934" cy="463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12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8A3B01-6B5C-42E1-3DDA-8780F80F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62F74-19F0-F143-DE38-5A7AD88D952B}"/>
              </a:ext>
            </a:extLst>
          </p:cNvPr>
          <p:cNvSpPr txBox="1"/>
          <p:nvPr/>
        </p:nvSpPr>
        <p:spPr>
          <a:xfrm>
            <a:off x="1291079" y="334297"/>
            <a:ext cx="4070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Collection Page :</a:t>
            </a:r>
            <a:endParaRPr lang="en-IN" sz="3200" b="1" u="sng" dirty="0"/>
          </a:p>
        </p:txBody>
      </p:sp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71C65553-0D8C-BCC1-FED0-0910A2566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87" y="1302551"/>
            <a:ext cx="10432026" cy="474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31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9F6CD-DBE3-B79F-A39B-330CAF49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72E72-AAC5-45EB-C297-B9715CEE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66" y="1302551"/>
            <a:ext cx="10485011" cy="47359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3DFEF4-AFAF-682F-60E5-1790FE6BB080}"/>
              </a:ext>
            </a:extLst>
          </p:cNvPr>
          <p:cNvSpPr txBox="1"/>
          <p:nvPr/>
        </p:nvSpPr>
        <p:spPr>
          <a:xfrm>
            <a:off x="1291079" y="506585"/>
            <a:ext cx="9671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Product Page :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2254257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3B41-3A5A-423C-C9DC-920523B3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Cart Page :</a:t>
            </a:r>
            <a:endParaRPr lang="en-IN" b="1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1DFF6A-178B-8D6C-9DD2-D124D723F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4740D-468A-C405-41F7-805784825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19" y="1438072"/>
            <a:ext cx="10260361" cy="454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9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64EB89-BF97-B5FC-592F-DC175EB4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5DEDCA-16FB-4178-5CDE-E2122C487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4" y="1302551"/>
            <a:ext cx="10402530" cy="4762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F7EA06-BCA9-8210-E127-BE11DBBB4C55}"/>
              </a:ext>
            </a:extLst>
          </p:cNvPr>
          <p:cNvSpPr txBox="1"/>
          <p:nvPr/>
        </p:nvSpPr>
        <p:spPr>
          <a:xfrm>
            <a:off x="1291079" y="353962"/>
            <a:ext cx="7708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Place Order :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2433265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880209-53B8-AAB8-27B4-5322AE6E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C7316-BE35-C1A0-1DCC-6A637E55C985}"/>
              </a:ext>
            </a:extLst>
          </p:cNvPr>
          <p:cNvSpPr txBox="1"/>
          <p:nvPr/>
        </p:nvSpPr>
        <p:spPr>
          <a:xfrm>
            <a:off x="1291079" y="437535"/>
            <a:ext cx="3165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About Page :</a:t>
            </a:r>
            <a:endParaRPr lang="en-IN" sz="3200" b="1" u="sng" dirty="0"/>
          </a:p>
        </p:txBody>
      </p:sp>
      <p:pic>
        <p:nvPicPr>
          <p:cNvPr id="5" name="Picture 4" descr="A person standing on a pedestal&#10;&#10;AI-generated content may be incorrect.">
            <a:extLst>
              <a:ext uri="{FF2B5EF4-FFF2-40B4-BE49-F238E27FC236}">
                <a16:creationId xmlns:a16="http://schemas.microsoft.com/office/drawing/2014/main" id="{A13660FB-402C-D73C-38E3-7699D4E33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1" y="1302551"/>
            <a:ext cx="10264877" cy="476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423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C330BB-66B5-5EF4-E422-B13D84A3C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616F3-4B16-505B-E59A-D6B76FF7D980}"/>
              </a:ext>
            </a:extLst>
          </p:cNvPr>
          <p:cNvSpPr txBox="1"/>
          <p:nvPr/>
        </p:nvSpPr>
        <p:spPr>
          <a:xfrm>
            <a:off x="977449" y="342748"/>
            <a:ext cx="4355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Contact</a:t>
            </a:r>
            <a:r>
              <a:rPr lang="en-US" sz="3200" u="sng" dirty="0"/>
              <a:t> </a:t>
            </a:r>
            <a:r>
              <a:rPr lang="en-US" sz="3200" b="1" u="sng" dirty="0"/>
              <a:t>Page</a:t>
            </a:r>
            <a:r>
              <a:rPr lang="en-US" sz="3200" u="sng" dirty="0"/>
              <a:t> :</a:t>
            </a:r>
            <a:endParaRPr lang="en-IN" sz="3200" u="sng" dirty="0"/>
          </a:p>
        </p:txBody>
      </p:sp>
      <p:pic>
        <p:nvPicPr>
          <p:cNvPr id="5" name="Picture 4" descr="A computer and phone on a desk&#10;&#10;AI-generated content may be incorrect.">
            <a:extLst>
              <a:ext uri="{FF2B5EF4-FFF2-40B4-BE49-F238E27FC236}">
                <a16:creationId xmlns:a16="http://schemas.microsoft.com/office/drawing/2014/main" id="{5CF33A06-9253-901A-5840-0F73EDE6E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49" y="1214060"/>
            <a:ext cx="10237101" cy="475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08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D63D-E941-004C-57FE-4569B6C3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173" y="798973"/>
            <a:ext cx="9603275" cy="783594"/>
          </a:xfrm>
        </p:spPr>
        <p:txBody>
          <a:bodyPr/>
          <a:lstStyle/>
          <a:p>
            <a:r>
              <a:rPr lang="en-US" b="1" u="sng" dirty="0"/>
              <a:t>Admin dashboard  :</a:t>
            </a:r>
            <a:endParaRPr lang="en-IN" b="1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433750-4D87-C412-7811-D9FA47BE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6EE000-A72D-1433-BCED-E1D357100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73" y="1351919"/>
            <a:ext cx="10043653" cy="470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30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BBFC4F-067B-63DD-65A4-6C53CD07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60179-CA42-ADF5-843A-B8CBB604D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838322"/>
            <a:ext cx="10756490" cy="51813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B96FEE-2242-E04F-B233-F6A6C025FC06}"/>
              </a:ext>
            </a:extLst>
          </p:cNvPr>
          <p:cNvSpPr txBox="1"/>
          <p:nvPr/>
        </p:nvSpPr>
        <p:spPr>
          <a:xfrm>
            <a:off x="796412" y="235974"/>
            <a:ext cx="592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 Admin Dashboard :</a:t>
            </a:r>
          </a:p>
        </p:txBody>
      </p:sp>
    </p:spTree>
    <p:extLst>
      <p:ext uri="{BB962C8B-B14F-4D97-AF65-F5344CB8AC3E}">
        <p14:creationId xmlns:p14="http://schemas.microsoft.com/office/powerpoint/2010/main" val="1949154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02FCAA-6619-F188-74CE-363F2DDA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7227E-5FCB-035D-D6A2-28090FDBF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1302551"/>
            <a:ext cx="10186220" cy="4756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B6F202-0229-9175-F59D-D8D06C5901FF}"/>
              </a:ext>
            </a:extLst>
          </p:cNvPr>
          <p:cNvSpPr txBox="1"/>
          <p:nvPr/>
        </p:nvSpPr>
        <p:spPr>
          <a:xfrm>
            <a:off x="906094" y="214410"/>
            <a:ext cx="10379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Add Product :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3023586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941BB7-33D2-74A3-2C22-6FB8023E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AE280-C811-CDFE-B5A4-57E124A7B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09" y="1383748"/>
            <a:ext cx="9930581" cy="45210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BA9DFF-3A87-0BEA-E9AC-03D7D66F9877}"/>
              </a:ext>
            </a:extLst>
          </p:cNvPr>
          <p:cNvSpPr txBox="1"/>
          <p:nvPr/>
        </p:nvSpPr>
        <p:spPr>
          <a:xfrm>
            <a:off x="1291079" y="446322"/>
            <a:ext cx="10163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View Product :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2969177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14D4D8-2F8B-33FE-37CE-B282ABE8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729D4-A164-47A3-830D-E792BCE699E4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4FB7D-60C4-1DED-2647-A18204781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41" y="1383748"/>
            <a:ext cx="10063316" cy="45964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C63B25-2A31-93D8-96A3-4E49F0C5A10E}"/>
              </a:ext>
            </a:extLst>
          </p:cNvPr>
          <p:cNvSpPr txBox="1"/>
          <p:nvPr/>
        </p:nvSpPr>
        <p:spPr>
          <a:xfrm>
            <a:off x="1262584" y="465987"/>
            <a:ext cx="9666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Customer Orders :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10547122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CCF9-507A-9B33-F360-5F3A97BF4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851" y="2504767"/>
            <a:ext cx="4315181" cy="924232"/>
          </a:xfrm>
        </p:spPr>
        <p:txBody>
          <a:bodyPr>
            <a:noAutofit/>
          </a:bodyPr>
          <a:lstStyle/>
          <a:p>
            <a:r>
              <a:rPr lang="en-US" sz="7200" dirty="0">
                <a:latin typeface="AngsanaUPC" panose="02020603050405020304" pitchFamily="18" charset="-34"/>
                <a:cs typeface="AngsanaUPC" panose="02020603050405020304" pitchFamily="18" charset="-34"/>
              </a:rPr>
              <a:t>THANK YOU</a:t>
            </a:r>
          </a:p>
        </p:txBody>
      </p:sp>
      <p:pic>
        <p:nvPicPr>
          <p:cNvPr id="5" name="Picture Placeholder 4" descr="Aerial view of the beach">
            <a:extLst>
              <a:ext uri="{FF2B5EF4-FFF2-40B4-BE49-F238E27FC236}">
                <a16:creationId xmlns:a16="http://schemas.microsoft.com/office/drawing/2014/main" id="{69435B0A-4EE0-1346-7375-E8C7E1ED6C9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69" b="69"/>
          <a:stretch/>
        </p:blipFill>
        <p:spPr/>
      </p:pic>
    </p:spTree>
    <p:extLst>
      <p:ext uri="{BB962C8B-B14F-4D97-AF65-F5344CB8AC3E}">
        <p14:creationId xmlns:p14="http://schemas.microsoft.com/office/powerpoint/2010/main" val="416565556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AF5DA8-6387-4138-BF96-B65D39F2FC2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E47603A-423C-4B8F-AA3D-8E6FA4710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279BBA1-1277-4614-8DDE-B2EB2275122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1075</TotalTime>
  <Words>648</Words>
  <Application>Microsoft Office PowerPoint</Application>
  <PresentationFormat>Widescreen</PresentationFormat>
  <Paragraphs>254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AngsanaUPC</vt:lpstr>
      <vt:lpstr>Aptos Narrow</vt:lpstr>
      <vt:lpstr>Arial</vt:lpstr>
      <vt:lpstr>Calibri</vt:lpstr>
      <vt:lpstr>Century Gothic</vt:lpstr>
      <vt:lpstr>Wingdings</vt:lpstr>
      <vt:lpstr>Gallery</vt:lpstr>
      <vt:lpstr>E-commerce Clothes Shopping Website</vt:lpstr>
      <vt:lpstr>GOAL</vt:lpstr>
      <vt:lpstr>TARGET AUDIENCE</vt:lpstr>
      <vt:lpstr>PowerPoint Presentation</vt:lpstr>
      <vt:lpstr>PowerPoint Presentation</vt:lpstr>
      <vt:lpstr>PowerPoint Presentation</vt:lpstr>
      <vt:lpstr>              DATA FLOW DIAGRAM    </vt:lpstr>
      <vt:lpstr>0(CONTEXT) LEVEL</vt:lpstr>
      <vt:lpstr>1ST LEVEL</vt:lpstr>
      <vt:lpstr>2ND LEVEL 4.0</vt:lpstr>
      <vt:lpstr>E-R DIAGRAM</vt:lpstr>
      <vt:lpstr>admin_mast</vt:lpstr>
      <vt:lpstr>users</vt:lpstr>
      <vt:lpstr>category_mast</vt:lpstr>
      <vt:lpstr>product_mast</vt:lpstr>
      <vt:lpstr>      cart_mast</vt:lpstr>
      <vt:lpstr>PowerPoint Presentation</vt:lpstr>
      <vt:lpstr>User Side :</vt:lpstr>
      <vt:lpstr>PowerPoint Presentation</vt:lpstr>
      <vt:lpstr>PowerPoint Presentation</vt:lpstr>
      <vt:lpstr>PowerPoint Presentation</vt:lpstr>
      <vt:lpstr>PowerPoint Presentation</vt:lpstr>
      <vt:lpstr>Cart Page :</vt:lpstr>
      <vt:lpstr>PowerPoint Presentation</vt:lpstr>
      <vt:lpstr>PowerPoint Presentation</vt:lpstr>
      <vt:lpstr>PowerPoint Presentation</vt:lpstr>
      <vt:lpstr>Admin dashboard  :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Maitri Tandel</dc:creator>
  <cp:lastModifiedBy>Yash Patel</cp:lastModifiedBy>
  <cp:revision>114</cp:revision>
  <dcterms:created xsi:type="dcterms:W3CDTF">2024-08-27T10:08:07Z</dcterms:created>
  <dcterms:modified xsi:type="dcterms:W3CDTF">2025-11-17T13:12:05Z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