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6" r:id="rId4"/>
  </p:sldMasterIdLst>
  <p:notesMasterIdLst>
    <p:notesMasterId r:id="rId29"/>
  </p:notesMasterIdLst>
  <p:handoutMasterIdLst>
    <p:handoutMasterId r:id="rId30"/>
  </p:handoutMasterIdLst>
  <p:sldIdLst>
    <p:sldId id="325" r:id="rId5"/>
    <p:sldId id="326" r:id="rId6"/>
    <p:sldId id="338" r:id="rId7"/>
    <p:sldId id="345" r:id="rId8"/>
    <p:sldId id="376" r:id="rId9"/>
    <p:sldId id="347" r:id="rId10"/>
    <p:sldId id="329" r:id="rId11"/>
    <p:sldId id="340" r:id="rId12"/>
    <p:sldId id="341" r:id="rId13"/>
    <p:sldId id="342" r:id="rId14"/>
    <p:sldId id="331" r:id="rId15"/>
    <p:sldId id="348" r:id="rId16"/>
    <p:sldId id="349" r:id="rId17"/>
    <p:sldId id="350" r:id="rId18"/>
    <p:sldId id="378" r:id="rId19"/>
    <p:sldId id="352" r:id="rId20"/>
    <p:sldId id="359" r:id="rId21"/>
    <p:sldId id="393" r:id="rId22"/>
    <p:sldId id="394" r:id="rId23"/>
    <p:sldId id="395" r:id="rId24"/>
    <p:sldId id="396" r:id="rId25"/>
    <p:sldId id="397" r:id="rId26"/>
    <p:sldId id="398" r:id="rId27"/>
    <p:sldId id="337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85135"/>
    <a:srgbClr val="BDA07D"/>
    <a:srgbClr val="F5F9F9"/>
    <a:srgbClr val="627272"/>
    <a:srgbClr val="93A5A8"/>
    <a:srgbClr val="3E70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45C07B-CF49-435E-8221-26D57729709D}" v="23" dt="2024-08-27T15:17:49.078"/>
  </p1510:revLst>
</p1510:revInfo>
</file>

<file path=ppt/tableStyles.xml><?xml version="1.0" encoding="utf-8"?>
<a:tblStyleLst xmlns:a="http://schemas.openxmlformats.org/drawingml/2006/main" def="{17292A2E-F333-43FB-9621-5CBBE7FDCDCB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629" y="72"/>
      </p:cViewPr>
      <p:guideLst/>
    </p:cSldViewPr>
  </p:slideViewPr>
  <p:outlineViewPr>
    <p:cViewPr>
      <p:scale>
        <a:sx n="33" d="100"/>
        <a:sy n="33" d="100"/>
      </p:scale>
      <p:origin x="0" y="-9293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54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itri Tandel" userId="bc09fcbff8c463de" providerId="LiveId" clId="{1B45C07B-CF49-435E-8221-26D57729709D}"/>
    <pc:docChg chg="undo redo custSel addSld delSld modSld sldOrd">
      <pc:chgData name="Maitri Tandel" userId="bc09fcbff8c463de" providerId="LiveId" clId="{1B45C07B-CF49-435E-8221-26D57729709D}" dt="2024-08-28T05:18:07.629" v="885" actId="20577"/>
      <pc:docMkLst>
        <pc:docMk/>
      </pc:docMkLst>
      <pc:sldChg chg="addSp delSp modSp mod">
        <pc:chgData name="Maitri Tandel" userId="bc09fcbff8c463de" providerId="LiveId" clId="{1B45C07B-CF49-435E-8221-26D57729709D}" dt="2024-08-28T04:53:58.389" v="872" actId="403"/>
        <pc:sldMkLst>
          <pc:docMk/>
          <pc:sldMk cId="3262765544" sldId="325"/>
        </pc:sldMkLst>
        <pc:spChg chg="mod">
          <ac:chgData name="Maitri Tandel" userId="bc09fcbff8c463de" providerId="LiveId" clId="{1B45C07B-CF49-435E-8221-26D57729709D}" dt="2024-08-27T15:18:53.211" v="845" actId="1076"/>
          <ac:spMkLst>
            <pc:docMk/>
            <pc:sldMk cId="3262765544" sldId="325"/>
            <ac:spMk id="2" creationId="{37979680-7C22-BFF1-165D-52AB411C0F66}"/>
          </ac:spMkLst>
        </pc:spChg>
        <pc:spChg chg="mod">
          <ac:chgData name="Maitri Tandel" userId="bc09fcbff8c463de" providerId="LiveId" clId="{1B45C07B-CF49-435E-8221-26D57729709D}" dt="2024-08-27T15:18:08.595" v="841" actId="27636"/>
          <ac:spMkLst>
            <pc:docMk/>
            <pc:sldMk cId="3262765544" sldId="325"/>
            <ac:spMk id="3" creationId="{302F459B-002E-E89C-3A0E-589730DD7197}"/>
          </ac:spMkLst>
        </pc:spChg>
        <pc:spChg chg="add mod">
          <ac:chgData name="Maitri Tandel" userId="bc09fcbff8c463de" providerId="LiveId" clId="{1B45C07B-CF49-435E-8221-26D57729709D}" dt="2024-08-28T04:53:58.389" v="872" actId="403"/>
          <ac:spMkLst>
            <pc:docMk/>
            <pc:sldMk cId="3262765544" sldId="325"/>
            <ac:spMk id="4" creationId="{CBC5517F-78D5-E681-8059-F554787E3F64}"/>
          </ac:spMkLst>
        </pc:spChg>
        <pc:spChg chg="add del mod">
          <ac:chgData name="Maitri Tandel" userId="bc09fcbff8c463de" providerId="LiveId" clId="{1B45C07B-CF49-435E-8221-26D57729709D}" dt="2024-08-27T15:17:32.785" v="834" actId="478"/>
          <ac:spMkLst>
            <pc:docMk/>
            <pc:sldMk cId="3262765544" sldId="325"/>
            <ac:spMk id="7" creationId="{2A7CA11E-A4A6-A566-F7B4-A47E93DA0EDE}"/>
          </ac:spMkLst>
        </pc:spChg>
        <pc:spChg chg="add del mod">
          <ac:chgData name="Maitri Tandel" userId="bc09fcbff8c463de" providerId="LiveId" clId="{1B45C07B-CF49-435E-8221-26D57729709D}" dt="2024-08-27T15:17:30.908" v="832" actId="478"/>
          <ac:spMkLst>
            <pc:docMk/>
            <pc:sldMk cId="3262765544" sldId="325"/>
            <ac:spMk id="11" creationId="{62F6BE93-CA98-4CE8-119D-41F009ECA43C}"/>
          </ac:spMkLst>
        </pc:spChg>
        <pc:spChg chg="add del mod">
          <ac:chgData name="Maitri Tandel" userId="bc09fcbff8c463de" providerId="LiveId" clId="{1B45C07B-CF49-435E-8221-26D57729709D}" dt="2024-08-27T15:17:27.528" v="827" actId="478"/>
          <ac:spMkLst>
            <pc:docMk/>
            <pc:sldMk cId="3262765544" sldId="325"/>
            <ac:spMk id="15" creationId="{9505C34D-F36C-C1D7-498A-0F45F860C036}"/>
          </ac:spMkLst>
        </pc:spChg>
        <pc:spChg chg="add del mod">
          <ac:chgData name="Maitri Tandel" userId="bc09fcbff8c463de" providerId="LiveId" clId="{1B45C07B-CF49-435E-8221-26D57729709D}" dt="2024-08-27T15:17:23.950" v="820" actId="478"/>
          <ac:spMkLst>
            <pc:docMk/>
            <pc:sldMk cId="3262765544" sldId="325"/>
            <ac:spMk id="19" creationId="{4D8F1194-A940-EB25-B715-6F25C6530E81}"/>
          </ac:spMkLst>
        </pc:spChg>
        <pc:spChg chg="add del mod">
          <ac:chgData name="Maitri Tandel" userId="bc09fcbff8c463de" providerId="LiveId" clId="{1B45C07B-CF49-435E-8221-26D57729709D}" dt="2024-08-27T15:17:49.078" v="836" actId="931"/>
          <ac:spMkLst>
            <pc:docMk/>
            <pc:sldMk cId="3262765544" sldId="325"/>
            <ac:spMk id="23" creationId="{4B7B063C-8259-D303-D9A5-AE8837736F46}"/>
          </ac:spMkLst>
        </pc:spChg>
        <pc:picChg chg="add del ord">
          <ac:chgData name="Maitri Tandel" userId="bc09fcbff8c463de" providerId="LiveId" clId="{1B45C07B-CF49-435E-8221-26D57729709D}" dt="2024-08-27T15:17:42.231" v="835" actId="478"/>
          <ac:picMkLst>
            <pc:docMk/>
            <pc:sldMk cId="3262765544" sldId="325"/>
            <ac:picMk id="5" creationId="{0672830B-5F52-9AD6-1CF1-D12BDF673ACE}"/>
          </ac:picMkLst>
        </pc:picChg>
        <pc:picChg chg="add del mod">
          <ac:chgData name="Maitri Tandel" userId="bc09fcbff8c463de" providerId="LiveId" clId="{1B45C07B-CF49-435E-8221-26D57729709D}" dt="2024-08-27T15:17:32.371" v="833" actId="931"/>
          <ac:picMkLst>
            <pc:docMk/>
            <pc:sldMk cId="3262765544" sldId="325"/>
            <ac:picMk id="9" creationId="{542E81F2-AEE3-296C-1BDA-E27E8D5CB938}"/>
          </ac:picMkLst>
        </pc:picChg>
        <pc:picChg chg="add del mod ord">
          <ac:chgData name="Maitri Tandel" userId="bc09fcbff8c463de" providerId="LiveId" clId="{1B45C07B-CF49-435E-8221-26D57729709D}" dt="2024-08-27T15:17:30.125" v="831" actId="931"/>
          <ac:picMkLst>
            <pc:docMk/>
            <pc:sldMk cId="3262765544" sldId="325"/>
            <ac:picMk id="13" creationId="{37D67910-DCDC-85E0-DA45-7EB9A0987229}"/>
          </ac:picMkLst>
        </pc:picChg>
        <pc:picChg chg="add del mod">
          <ac:chgData name="Maitri Tandel" userId="bc09fcbff8c463de" providerId="LiveId" clId="{1B45C07B-CF49-435E-8221-26D57729709D}" dt="2024-08-27T15:17:27.126" v="826" actId="931"/>
          <ac:picMkLst>
            <pc:docMk/>
            <pc:sldMk cId="3262765544" sldId="325"/>
            <ac:picMk id="17" creationId="{60DDD4A9-75C4-8F92-970A-DD9B59A3B384}"/>
          </ac:picMkLst>
        </pc:picChg>
        <pc:picChg chg="add mod">
          <ac:chgData name="Maitri Tandel" userId="bc09fcbff8c463de" providerId="LiveId" clId="{1B45C07B-CF49-435E-8221-26D57729709D}" dt="2024-08-27T15:17:23.558" v="819" actId="931"/>
          <ac:picMkLst>
            <pc:docMk/>
            <pc:sldMk cId="3262765544" sldId="325"/>
            <ac:picMk id="21" creationId="{66B577B5-8C69-0D66-21DF-37B8E0EAD81C}"/>
          </ac:picMkLst>
        </pc:picChg>
        <pc:picChg chg="add mod ord">
          <ac:chgData name="Maitri Tandel" userId="bc09fcbff8c463de" providerId="LiveId" clId="{1B45C07B-CF49-435E-8221-26D57729709D}" dt="2024-08-27T15:18:53.538" v="846" actId="170"/>
          <ac:picMkLst>
            <pc:docMk/>
            <pc:sldMk cId="3262765544" sldId="325"/>
            <ac:picMk id="25" creationId="{2A5336F3-3FEB-A41A-AAF2-CAE993197634}"/>
          </ac:picMkLst>
        </pc:picChg>
      </pc:sldChg>
      <pc:sldChg chg="addSp delSp modSp add del mod">
        <pc:chgData name="Maitri Tandel" userId="bc09fcbff8c463de" providerId="LiveId" clId="{1B45C07B-CF49-435E-8221-26D57729709D}" dt="2024-08-27T10:38:08.452" v="320" actId="14100"/>
        <pc:sldMkLst>
          <pc:docMk/>
          <pc:sldMk cId="852209515" sldId="326"/>
        </pc:sldMkLst>
        <pc:spChg chg="mod">
          <ac:chgData name="Maitri Tandel" userId="bc09fcbff8c463de" providerId="LiveId" clId="{1B45C07B-CF49-435E-8221-26D57729709D}" dt="2024-08-27T10:33:06.285" v="282" actId="20577"/>
          <ac:spMkLst>
            <pc:docMk/>
            <pc:sldMk cId="852209515" sldId="326"/>
            <ac:spMk id="2" creationId="{650AF76D-A0D2-8179-168C-8025D377329E}"/>
          </ac:spMkLst>
        </pc:spChg>
        <pc:spChg chg="del mod">
          <ac:chgData name="Maitri Tandel" userId="bc09fcbff8c463de" providerId="LiveId" clId="{1B45C07B-CF49-435E-8221-26D57729709D}" dt="2024-08-27T10:34:44.007" v="285" actId="931"/>
          <ac:spMkLst>
            <pc:docMk/>
            <pc:sldMk cId="852209515" sldId="326"/>
            <ac:spMk id="3" creationId="{B16F5ACA-5B20-DED2-F6EA-E50B5B17F3AE}"/>
          </ac:spMkLst>
        </pc:spChg>
        <pc:spChg chg="add mod">
          <ac:chgData name="Maitri Tandel" userId="bc09fcbff8c463de" providerId="LiveId" clId="{1B45C07B-CF49-435E-8221-26D57729709D}" dt="2024-08-27T10:38:08.452" v="320" actId="14100"/>
          <ac:spMkLst>
            <pc:docMk/>
            <pc:sldMk cId="852209515" sldId="326"/>
            <ac:spMk id="8" creationId="{BB21146C-4491-5EFF-4F32-D193D5E5D0F3}"/>
          </ac:spMkLst>
        </pc:spChg>
        <pc:picChg chg="add del mod">
          <ac:chgData name="Maitri Tandel" userId="bc09fcbff8c463de" providerId="LiveId" clId="{1B45C07B-CF49-435E-8221-26D57729709D}" dt="2024-08-27T10:34:47.920" v="286" actId="478"/>
          <ac:picMkLst>
            <pc:docMk/>
            <pc:sldMk cId="852209515" sldId="326"/>
            <ac:picMk id="6" creationId="{27A8D9BF-FDA6-DF6F-F80A-7FF923FE5D51}"/>
          </ac:picMkLst>
        </pc:picChg>
      </pc:sldChg>
      <pc:sldChg chg="del ord">
        <pc:chgData name="Maitri Tandel" userId="bc09fcbff8c463de" providerId="LiveId" clId="{1B45C07B-CF49-435E-8221-26D57729709D}" dt="2024-08-28T05:17:38.531" v="874" actId="47"/>
        <pc:sldMkLst>
          <pc:docMk/>
          <pc:sldMk cId="2348906763" sldId="327"/>
        </pc:sldMkLst>
      </pc:sldChg>
      <pc:sldChg chg="del ord">
        <pc:chgData name="Maitri Tandel" userId="bc09fcbff8c463de" providerId="LiveId" clId="{1B45C07B-CF49-435E-8221-26D57729709D}" dt="2024-08-28T05:17:41.160" v="876" actId="47"/>
        <pc:sldMkLst>
          <pc:docMk/>
          <pc:sldMk cId="685724192" sldId="328"/>
        </pc:sldMkLst>
      </pc:sldChg>
      <pc:sldChg chg="addSp delSp modSp mod">
        <pc:chgData name="Maitri Tandel" userId="bc09fcbff8c463de" providerId="LiveId" clId="{1B45C07B-CF49-435E-8221-26D57729709D}" dt="2024-08-27T11:03:45.584" v="665" actId="20577"/>
        <pc:sldMkLst>
          <pc:docMk/>
          <pc:sldMk cId="2207652183" sldId="329"/>
        </pc:sldMkLst>
        <pc:spChg chg="mod">
          <ac:chgData name="Maitri Tandel" userId="bc09fcbff8c463de" providerId="LiveId" clId="{1B45C07B-CF49-435E-8221-26D57729709D}" dt="2024-08-27T11:03:45.584" v="665" actId="20577"/>
          <ac:spMkLst>
            <pc:docMk/>
            <pc:sldMk cId="2207652183" sldId="329"/>
            <ac:spMk id="2" creationId="{040D5C0C-AC08-411A-5743-AAEE17931EFD}"/>
          </ac:spMkLst>
        </pc:spChg>
        <pc:spChg chg="del mod">
          <ac:chgData name="Maitri Tandel" userId="bc09fcbff8c463de" providerId="LiveId" clId="{1B45C07B-CF49-435E-8221-26D57729709D}" dt="2024-08-27T11:02:35.938" v="626" actId="478"/>
          <ac:spMkLst>
            <pc:docMk/>
            <pc:sldMk cId="2207652183" sldId="329"/>
            <ac:spMk id="3" creationId="{B37360DF-3FD1-505F-FB7F-3AD167868E9D}"/>
          </ac:spMkLst>
        </pc:spChg>
        <pc:spChg chg="add del mod">
          <ac:chgData name="Maitri Tandel" userId="bc09fcbff8c463de" providerId="LiveId" clId="{1B45C07B-CF49-435E-8221-26D57729709D}" dt="2024-08-27T11:02:24.491" v="623" actId="478"/>
          <ac:spMkLst>
            <pc:docMk/>
            <pc:sldMk cId="2207652183" sldId="329"/>
            <ac:spMk id="5" creationId="{1BF72E73-D563-28CA-68EC-EF19537B20B2}"/>
          </ac:spMkLst>
        </pc:spChg>
        <pc:spChg chg="add del mod">
          <ac:chgData name="Maitri Tandel" userId="bc09fcbff8c463de" providerId="LiveId" clId="{1B45C07B-CF49-435E-8221-26D57729709D}" dt="2024-08-27T11:02:40.499" v="628" actId="478"/>
          <ac:spMkLst>
            <pc:docMk/>
            <pc:sldMk cId="2207652183" sldId="329"/>
            <ac:spMk id="7" creationId="{AEA1E608-88A0-5E0A-1D5A-1C176F05F357}"/>
          </ac:spMkLst>
        </pc:spChg>
        <pc:picChg chg="del">
          <ac:chgData name="Maitri Tandel" userId="bc09fcbff8c463de" providerId="LiveId" clId="{1B45C07B-CF49-435E-8221-26D57729709D}" dt="2024-08-27T11:02:20.709" v="621" actId="478"/>
          <ac:picMkLst>
            <pc:docMk/>
            <pc:sldMk cId="2207652183" sldId="329"/>
            <ac:picMk id="8" creationId="{1A2C36C1-B28E-D335-858C-C9746B6F79C6}"/>
          </ac:picMkLst>
        </pc:picChg>
      </pc:sldChg>
      <pc:sldChg chg="del ord">
        <pc:chgData name="Maitri Tandel" userId="bc09fcbff8c463de" providerId="LiveId" clId="{1B45C07B-CF49-435E-8221-26D57729709D}" dt="2024-08-28T05:17:39.978" v="875" actId="47"/>
        <pc:sldMkLst>
          <pc:docMk/>
          <pc:sldMk cId="1408565599" sldId="330"/>
        </pc:sldMkLst>
      </pc:sldChg>
      <pc:sldChg chg="addSp delSp modSp mod ord">
        <pc:chgData name="Maitri Tandel" userId="bc09fcbff8c463de" providerId="LiveId" clId="{1B45C07B-CF49-435E-8221-26D57729709D}" dt="2024-08-27T11:04:47.519" v="669"/>
        <pc:sldMkLst>
          <pc:docMk/>
          <pc:sldMk cId="2346848335" sldId="331"/>
        </pc:sldMkLst>
        <pc:spChg chg="add del mod">
          <ac:chgData name="Maitri Tandel" userId="bc09fcbff8c463de" providerId="LiveId" clId="{1B45C07B-CF49-435E-8221-26D57729709D}" dt="2024-08-27T10:39:40.860" v="322" actId="478"/>
          <ac:spMkLst>
            <pc:docMk/>
            <pc:sldMk cId="2346848335" sldId="331"/>
            <ac:spMk id="4" creationId="{F0DD83D3-809E-C716-AA49-2CFBEC7370B8}"/>
          </ac:spMkLst>
        </pc:spChg>
        <pc:spChg chg="mod">
          <ac:chgData name="Maitri Tandel" userId="bc09fcbff8c463de" providerId="LiveId" clId="{1B45C07B-CF49-435E-8221-26D57729709D}" dt="2024-08-27T10:45:03.687" v="445" actId="122"/>
          <ac:spMkLst>
            <pc:docMk/>
            <pc:sldMk cId="2346848335" sldId="331"/>
            <ac:spMk id="5" creationId="{7077C6F9-B646-5C7D-C75E-C0A52DC72116}"/>
          </ac:spMkLst>
        </pc:spChg>
        <pc:spChg chg="del mod">
          <ac:chgData name="Maitri Tandel" userId="bc09fcbff8c463de" providerId="LiveId" clId="{1B45C07B-CF49-435E-8221-26D57729709D}" dt="2024-08-27T10:40:33.883" v="400" actId="478"/>
          <ac:spMkLst>
            <pc:docMk/>
            <pc:sldMk cId="2346848335" sldId="331"/>
            <ac:spMk id="6" creationId="{0560E33F-C072-D53E-4C22-9772E6996B38}"/>
          </ac:spMkLst>
        </pc:spChg>
        <pc:spChg chg="add del mod">
          <ac:chgData name="Maitri Tandel" userId="bc09fcbff8c463de" providerId="LiveId" clId="{1B45C07B-CF49-435E-8221-26D57729709D}" dt="2024-08-27T10:43:12.094" v="407" actId="931"/>
          <ac:spMkLst>
            <pc:docMk/>
            <pc:sldMk cId="2346848335" sldId="331"/>
            <ac:spMk id="9" creationId="{F934E23F-84CC-F4AF-F260-5D9C4006C7A5}"/>
          </ac:spMkLst>
        </pc:spChg>
        <pc:spChg chg="add del mod">
          <ac:chgData name="Maitri Tandel" userId="bc09fcbff8c463de" providerId="LiveId" clId="{1B45C07B-CF49-435E-8221-26D57729709D}" dt="2024-08-27T10:43:38.036" v="411" actId="931"/>
          <ac:spMkLst>
            <pc:docMk/>
            <pc:sldMk cId="2346848335" sldId="331"/>
            <ac:spMk id="13" creationId="{24A81B9B-C269-7B26-1031-8798E1FA3A98}"/>
          </ac:spMkLst>
        </pc:spChg>
        <pc:picChg chg="add del mod">
          <ac:chgData name="Maitri Tandel" userId="bc09fcbff8c463de" providerId="LiveId" clId="{1B45C07B-CF49-435E-8221-26D57729709D}" dt="2024-08-27T10:43:06.273" v="406" actId="478"/>
          <ac:picMkLst>
            <pc:docMk/>
            <pc:sldMk cId="2346848335" sldId="331"/>
            <ac:picMk id="7" creationId="{445EDA40-7B1B-CCF2-633A-B6D50868BCB3}"/>
          </ac:picMkLst>
        </pc:picChg>
        <pc:picChg chg="add del mod">
          <ac:chgData name="Maitri Tandel" userId="bc09fcbff8c463de" providerId="LiveId" clId="{1B45C07B-CF49-435E-8221-26D57729709D}" dt="2024-08-27T10:43:28.807" v="410" actId="478"/>
          <ac:picMkLst>
            <pc:docMk/>
            <pc:sldMk cId="2346848335" sldId="331"/>
            <ac:picMk id="11" creationId="{7D574A4A-7B94-484A-4944-2E90423105BC}"/>
          </ac:picMkLst>
        </pc:picChg>
        <pc:picChg chg="add mod modCrop">
          <ac:chgData name="Maitri Tandel" userId="bc09fcbff8c463de" providerId="LiveId" clId="{1B45C07B-CF49-435E-8221-26D57729709D}" dt="2024-08-27T10:47:19.481" v="453" actId="14100"/>
          <ac:picMkLst>
            <pc:docMk/>
            <pc:sldMk cId="2346848335" sldId="331"/>
            <ac:picMk id="15" creationId="{C51CA7C2-F487-EE9F-A39E-74F5AD72C96B}"/>
          </ac:picMkLst>
        </pc:picChg>
      </pc:sldChg>
      <pc:sldChg chg="del ord">
        <pc:chgData name="Maitri Tandel" userId="bc09fcbff8c463de" providerId="LiveId" clId="{1B45C07B-CF49-435E-8221-26D57729709D}" dt="2024-08-28T05:17:47.722" v="880" actId="47"/>
        <pc:sldMkLst>
          <pc:docMk/>
          <pc:sldMk cId="675328774" sldId="332"/>
        </pc:sldMkLst>
      </pc:sldChg>
      <pc:sldChg chg="del">
        <pc:chgData name="Maitri Tandel" userId="bc09fcbff8c463de" providerId="LiveId" clId="{1B45C07B-CF49-435E-8221-26D57729709D}" dt="2024-08-28T05:17:36.880" v="873" actId="47"/>
        <pc:sldMkLst>
          <pc:docMk/>
          <pc:sldMk cId="1155373387" sldId="333"/>
        </pc:sldMkLst>
      </pc:sldChg>
      <pc:sldChg chg="del">
        <pc:chgData name="Maitri Tandel" userId="bc09fcbff8c463de" providerId="LiveId" clId="{1B45C07B-CF49-435E-8221-26D57729709D}" dt="2024-08-28T05:17:41.851" v="877" actId="47"/>
        <pc:sldMkLst>
          <pc:docMk/>
          <pc:sldMk cId="2551074955" sldId="334"/>
        </pc:sldMkLst>
      </pc:sldChg>
      <pc:sldChg chg="del">
        <pc:chgData name="Maitri Tandel" userId="bc09fcbff8c463de" providerId="LiveId" clId="{1B45C07B-CF49-435E-8221-26D57729709D}" dt="2024-08-28T05:17:42.874" v="878" actId="47"/>
        <pc:sldMkLst>
          <pc:docMk/>
          <pc:sldMk cId="3087350026" sldId="335"/>
        </pc:sldMkLst>
      </pc:sldChg>
      <pc:sldChg chg="del">
        <pc:chgData name="Maitri Tandel" userId="bc09fcbff8c463de" providerId="LiveId" clId="{1B45C07B-CF49-435E-8221-26D57729709D}" dt="2024-08-28T05:17:43.530" v="879" actId="47"/>
        <pc:sldMkLst>
          <pc:docMk/>
          <pc:sldMk cId="2058503895" sldId="336"/>
        </pc:sldMkLst>
      </pc:sldChg>
      <pc:sldChg chg="addSp delSp modSp mod">
        <pc:chgData name="Maitri Tandel" userId="bc09fcbff8c463de" providerId="LiveId" clId="{1B45C07B-CF49-435E-8221-26D57729709D}" dt="2024-08-28T05:18:07.629" v="885" actId="20577"/>
        <pc:sldMkLst>
          <pc:docMk/>
          <pc:sldMk cId="4165655568" sldId="337"/>
        </pc:sldMkLst>
        <pc:spChg chg="mod">
          <ac:chgData name="Maitri Tandel" userId="bc09fcbff8c463de" providerId="LiveId" clId="{1B45C07B-CF49-435E-8221-26D57729709D}" dt="2024-08-28T05:18:07.629" v="885" actId="20577"/>
          <ac:spMkLst>
            <pc:docMk/>
            <pc:sldMk cId="4165655568" sldId="337"/>
            <ac:spMk id="2" creationId="{5300CCF9-507A-9B33-F360-5F3A97BF4E61}"/>
          </ac:spMkLst>
        </pc:spChg>
        <pc:spChg chg="del mod">
          <ac:chgData name="Maitri Tandel" userId="bc09fcbff8c463de" providerId="LiveId" clId="{1B45C07B-CF49-435E-8221-26D57729709D}" dt="2024-08-28T05:17:55.908" v="882" actId="478"/>
          <ac:spMkLst>
            <pc:docMk/>
            <pc:sldMk cId="4165655568" sldId="337"/>
            <ac:spMk id="3" creationId="{FA394F8A-4651-0476-8C8A-075A356960DE}"/>
          </ac:spMkLst>
        </pc:spChg>
        <pc:spChg chg="add del mod">
          <ac:chgData name="Maitri Tandel" userId="bc09fcbff8c463de" providerId="LiveId" clId="{1B45C07B-CF49-435E-8221-26D57729709D}" dt="2024-08-28T05:18:02.110" v="884" actId="478"/>
          <ac:spMkLst>
            <pc:docMk/>
            <pc:sldMk cId="4165655568" sldId="337"/>
            <ac:spMk id="6" creationId="{D1E31A21-1B13-611D-AA66-AC52ED303832}"/>
          </ac:spMkLst>
        </pc:spChg>
      </pc:sldChg>
      <pc:sldChg chg="modSp add mod">
        <pc:chgData name="Maitri Tandel" userId="bc09fcbff8c463de" providerId="LiveId" clId="{1B45C07B-CF49-435E-8221-26D57729709D}" dt="2024-08-27T10:32:04.311" v="262" actId="20577"/>
        <pc:sldMkLst>
          <pc:docMk/>
          <pc:sldMk cId="68125621" sldId="338"/>
        </pc:sldMkLst>
        <pc:spChg chg="mod">
          <ac:chgData name="Maitri Tandel" userId="bc09fcbff8c463de" providerId="LiveId" clId="{1B45C07B-CF49-435E-8221-26D57729709D}" dt="2024-08-27T10:32:04.311" v="262" actId="20577"/>
          <ac:spMkLst>
            <pc:docMk/>
            <pc:sldMk cId="68125621" sldId="338"/>
            <ac:spMk id="2" creationId="{650AF76D-A0D2-8179-168C-8025D377329E}"/>
          </ac:spMkLst>
        </pc:spChg>
        <pc:spChg chg="mod">
          <ac:chgData name="Maitri Tandel" userId="bc09fcbff8c463de" providerId="LiveId" clId="{1B45C07B-CF49-435E-8221-26D57729709D}" dt="2024-08-27T10:30:40.596" v="226" actId="113"/>
          <ac:spMkLst>
            <pc:docMk/>
            <pc:sldMk cId="68125621" sldId="338"/>
            <ac:spMk id="3" creationId="{B16F5ACA-5B20-DED2-F6EA-E50B5B17F3AE}"/>
          </ac:spMkLst>
        </pc:spChg>
      </pc:sldChg>
      <pc:sldChg chg="add">
        <pc:chgData name="Maitri Tandel" userId="bc09fcbff8c463de" providerId="LiveId" clId="{1B45C07B-CF49-435E-8221-26D57729709D}" dt="2024-08-27T10:32:38.125" v="263" actId="2890"/>
        <pc:sldMkLst>
          <pc:docMk/>
          <pc:sldMk cId="2741665411" sldId="339"/>
        </pc:sldMkLst>
      </pc:sldChg>
      <pc:sldChg chg="addSp delSp modSp add mod">
        <pc:chgData name="Maitri Tandel" userId="bc09fcbff8c463de" providerId="LiveId" clId="{1B45C07B-CF49-435E-8221-26D57729709D}" dt="2024-08-27T10:55:08.444" v="518" actId="14100"/>
        <pc:sldMkLst>
          <pc:docMk/>
          <pc:sldMk cId="2962753796" sldId="340"/>
        </pc:sldMkLst>
        <pc:spChg chg="add del mod">
          <ac:chgData name="Maitri Tandel" userId="bc09fcbff8c463de" providerId="LiveId" clId="{1B45C07B-CF49-435E-8221-26D57729709D}" dt="2024-08-27T10:52:33.967" v="499" actId="931"/>
          <ac:spMkLst>
            <pc:docMk/>
            <pc:sldMk cId="2962753796" sldId="340"/>
            <ac:spMk id="4" creationId="{F57DBADF-9EC0-DBE0-CFCB-83E47F3930EE}"/>
          </ac:spMkLst>
        </pc:spChg>
        <pc:spChg chg="mod">
          <ac:chgData name="Maitri Tandel" userId="bc09fcbff8c463de" providerId="LiveId" clId="{1B45C07B-CF49-435E-8221-26D57729709D}" dt="2024-08-27T10:51:14.580" v="497" actId="20577"/>
          <ac:spMkLst>
            <pc:docMk/>
            <pc:sldMk cId="2962753796" sldId="340"/>
            <ac:spMk id="5" creationId="{7077C6F9-B646-5C7D-C75E-C0A52DC72116}"/>
          </ac:spMkLst>
        </pc:spChg>
        <pc:picChg chg="add mod modCrop">
          <ac:chgData name="Maitri Tandel" userId="bc09fcbff8c463de" providerId="LiveId" clId="{1B45C07B-CF49-435E-8221-26D57729709D}" dt="2024-08-27T10:55:08.444" v="518" actId="14100"/>
          <ac:picMkLst>
            <pc:docMk/>
            <pc:sldMk cId="2962753796" sldId="340"/>
            <ac:picMk id="7" creationId="{BA2F4F4C-7E22-C480-A8CA-9C980E8A1B10}"/>
          </ac:picMkLst>
        </pc:picChg>
        <pc:picChg chg="del">
          <ac:chgData name="Maitri Tandel" userId="bc09fcbff8c463de" providerId="LiveId" clId="{1B45C07B-CF49-435E-8221-26D57729709D}" dt="2024-08-27T10:51:17.658" v="498" actId="478"/>
          <ac:picMkLst>
            <pc:docMk/>
            <pc:sldMk cId="2962753796" sldId="340"/>
            <ac:picMk id="15" creationId="{C51CA7C2-F487-EE9F-A39E-74F5AD72C96B}"/>
          </ac:picMkLst>
        </pc:picChg>
      </pc:sldChg>
      <pc:sldChg chg="addSp delSp modSp add mod">
        <pc:chgData name="Maitri Tandel" userId="bc09fcbff8c463de" providerId="LiveId" clId="{1B45C07B-CF49-435E-8221-26D57729709D}" dt="2024-08-27T10:57:41.650" v="550" actId="14100"/>
        <pc:sldMkLst>
          <pc:docMk/>
          <pc:sldMk cId="3964334560" sldId="341"/>
        </pc:sldMkLst>
        <pc:spChg chg="add del mod">
          <ac:chgData name="Maitri Tandel" userId="bc09fcbff8c463de" providerId="LiveId" clId="{1B45C07B-CF49-435E-8221-26D57729709D}" dt="2024-08-27T10:56:20.639" v="540" actId="931"/>
          <ac:spMkLst>
            <pc:docMk/>
            <pc:sldMk cId="3964334560" sldId="341"/>
            <ac:spMk id="4" creationId="{13C94234-21C3-2814-919E-51BC3A992098}"/>
          </ac:spMkLst>
        </pc:spChg>
        <pc:spChg chg="mod">
          <ac:chgData name="Maitri Tandel" userId="bc09fcbff8c463de" providerId="LiveId" clId="{1B45C07B-CF49-435E-8221-26D57729709D}" dt="2024-08-27T10:56:06.844" v="538" actId="20577"/>
          <ac:spMkLst>
            <pc:docMk/>
            <pc:sldMk cId="3964334560" sldId="341"/>
            <ac:spMk id="5" creationId="{7077C6F9-B646-5C7D-C75E-C0A52DC72116}"/>
          </ac:spMkLst>
        </pc:spChg>
        <pc:picChg chg="del">
          <ac:chgData name="Maitri Tandel" userId="bc09fcbff8c463de" providerId="LiveId" clId="{1B45C07B-CF49-435E-8221-26D57729709D}" dt="2024-08-27T10:56:13.448" v="539" actId="478"/>
          <ac:picMkLst>
            <pc:docMk/>
            <pc:sldMk cId="3964334560" sldId="341"/>
            <ac:picMk id="7" creationId="{BA2F4F4C-7E22-C480-A8CA-9C980E8A1B10}"/>
          </ac:picMkLst>
        </pc:picChg>
        <pc:picChg chg="add mod modCrop">
          <ac:chgData name="Maitri Tandel" userId="bc09fcbff8c463de" providerId="LiveId" clId="{1B45C07B-CF49-435E-8221-26D57729709D}" dt="2024-08-27T10:57:41.650" v="550" actId="14100"/>
          <ac:picMkLst>
            <pc:docMk/>
            <pc:sldMk cId="3964334560" sldId="341"/>
            <ac:picMk id="8" creationId="{9A8D916A-695D-25DA-22C3-8D75FE1EF660}"/>
          </ac:picMkLst>
        </pc:picChg>
      </pc:sldChg>
      <pc:sldChg chg="addSp delSp modSp add mod">
        <pc:chgData name="Maitri Tandel" userId="bc09fcbff8c463de" providerId="LiveId" clId="{1B45C07B-CF49-435E-8221-26D57729709D}" dt="2024-08-27T11:00:14.915" v="577" actId="14100"/>
        <pc:sldMkLst>
          <pc:docMk/>
          <pc:sldMk cId="2895439260" sldId="342"/>
        </pc:sldMkLst>
        <pc:spChg chg="add del mod">
          <ac:chgData name="Maitri Tandel" userId="bc09fcbff8c463de" providerId="LiveId" clId="{1B45C07B-CF49-435E-8221-26D57729709D}" dt="2024-08-27T10:58:35.838" v="559" actId="931"/>
          <ac:spMkLst>
            <pc:docMk/>
            <pc:sldMk cId="2895439260" sldId="342"/>
            <ac:spMk id="4" creationId="{5F090889-1E4E-7364-F5D7-4D80419A33F2}"/>
          </ac:spMkLst>
        </pc:spChg>
        <pc:spChg chg="mod">
          <ac:chgData name="Maitri Tandel" userId="bc09fcbff8c463de" providerId="LiveId" clId="{1B45C07B-CF49-435E-8221-26D57729709D}" dt="2024-08-27T10:59:20.657" v="570" actId="20577"/>
          <ac:spMkLst>
            <pc:docMk/>
            <pc:sldMk cId="2895439260" sldId="342"/>
            <ac:spMk id="5" creationId="{7077C6F9-B646-5C7D-C75E-C0A52DC72116}"/>
          </ac:spMkLst>
        </pc:spChg>
        <pc:picChg chg="add mod modCrop">
          <ac:chgData name="Maitri Tandel" userId="bc09fcbff8c463de" providerId="LiveId" clId="{1B45C07B-CF49-435E-8221-26D57729709D}" dt="2024-08-27T11:00:14.915" v="577" actId="14100"/>
          <ac:picMkLst>
            <pc:docMk/>
            <pc:sldMk cId="2895439260" sldId="342"/>
            <ac:picMk id="7" creationId="{301B1EF9-B595-96F7-204E-05949D88BB27}"/>
          </ac:picMkLst>
        </pc:picChg>
        <pc:picChg chg="del">
          <ac:chgData name="Maitri Tandel" userId="bc09fcbff8c463de" providerId="LiveId" clId="{1B45C07B-CF49-435E-8221-26D57729709D}" dt="2024-08-27T10:58:29.367" v="558" actId="478"/>
          <ac:picMkLst>
            <pc:docMk/>
            <pc:sldMk cId="2895439260" sldId="342"/>
            <ac:picMk id="8" creationId="{9A8D916A-695D-25DA-22C3-8D75FE1EF66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EAF03AE-1CC2-475F-B909-50970E9699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63C45E-73BA-4C86-A24F-A5006B4E7BA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37A4CE-17BB-4BB2-AC7B-97495293E2AC}" type="datetimeFigureOut">
              <a:rPr lang="en-US" smtClean="0"/>
              <a:t>10/1/2025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1DB874-DF6A-4AFA-8055-4AD7EE4CE3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77078F-04CB-4625-B536-5BCAA2EC6CA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0EF92D-82DD-4142-BCE8-036B91487D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0708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86C8F5-2FDA-4718-81AA-24F4816BBD56}" type="datetimeFigureOut">
              <a:rPr lang="en-US" smtClean="0"/>
              <a:t>10/1/2025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8EC616-C518-4358-9496-6C33B2F5FA5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322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F91729D4-A164-47A3-830D-E792BCE699E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6047394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547CCA51-232B-71FF-051C-FF6CBCE8FB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r="27085" b="-104"/>
          <a:stretch/>
        </p:blipFill>
        <p:spPr>
          <a:xfrm rot="10800000">
            <a:off x="0" y="671161"/>
            <a:ext cx="3089740" cy="487679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B8E8663-A13B-1CDD-5774-8AE692DE0A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42482" y="0"/>
            <a:ext cx="2049517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52191B-6837-872E-7E70-E81DD7CC0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9911255" y="0"/>
            <a:ext cx="45719" cy="6858000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2A8D6E5-0EED-F2AE-B222-C8B5541576E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9013145" y="4934929"/>
            <a:ext cx="1841938" cy="968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448053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326756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362656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088893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6446890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49154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522778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1153545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372413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3388175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1A476F7-D5C8-1CEC-9F4A-86A24C0BF3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5455" t="5126"/>
          <a:stretch/>
        </p:blipFill>
        <p:spPr>
          <a:xfrm>
            <a:off x="0" y="0"/>
            <a:ext cx="5423337" cy="5356522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D0CBB0B7-F53E-97B4-C0F5-2D1842F1D23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14735" y="726953"/>
            <a:ext cx="3069021" cy="238168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ABE1252-9BC4-8186-499A-2A7107C29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315203" y="0"/>
            <a:ext cx="2045247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44ACCFF-64A9-40AA-93F9-86E3CE0161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096" y="667512"/>
            <a:ext cx="5916168" cy="4873752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z="5000" cap="all" spc="2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D785D0F-160C-4A31-93B3-F251B07307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8096" y="5568696"/>
            <a:ext cx="5276088" cy="85953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="0" i="0" spc="20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1CCC134-2698-41E9-A225-76300EF59E5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754112" y="947737"/>
            <a:ext cx="4048124" cy="49625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</p:spTree>
    <p:extLst>
      <p:ext uri="{BB962C8B-B14F-4D97-AF65-F5344CB8AC3E}">
        <p14:creationId xmlns:p14="http://schemas.microsoft.com/office/powerpoint/2010/main" val="2709982314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97A4D6-9D7A-63FE-63C9-A585FFE055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383"/>
            <a:ext cx="12192000" cy="1524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760"/>
            <a:ext cx="10890504" cy="1545336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2093976"/>
            <a:ext cx="3419856" cy="3776472"/>
          </a:xfrm>
          <a:solidFill>
            <a:schemeClr val="tx1">
              <a:alpha val="5000"/>
            </a:schemeClr>
          </a:solidFill>
        </p:spPr>
        <p:txBody>
          <a:bodyPr rIns="45720" anchor="t" anchorCtr="0">
            <a:normAutofit/>
          </a:bodyPr>
          <a:lstStyle>
            <a:lvl1pPr>
              <a:spcAft>
                <a:spcPts val="1800"/>
              </a:spcAft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3A182AF-83EB-0BA6-3ADD-B49BDD9E37E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864608" y="2093976"/>
            <a:ext cx="6382512" cy="3749040"/>
          </a:xfrm>
          <a:noFill/>
        </p:spPr>
        <p:txBody>
          <a:bodyPr anchor="t" anchorCtr="0">
            <a:normAutofit/>
          </a:bodyPr>
          <a:lstStyle>
            <a:lvl1pPr>
              <a:spcAft>
                <a:spcPts val="1800"/>
              </a:spcAft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CB897DD0-4462-B31B-50A9-D399FD0F58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3529"/>
          <a:stretch/>
        </p:blipFill>
        <p:spPr>
          <a:xfrm>
            <a:off x="3815" y="4389845"/>
            <a:ext cx="5024198" cy="2463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946722"/>
      </p:ext>
    </p:extLst>
  </p:cSld>
  <p:clrMapOvr>
    <a:masterClrMapping/>
  </p:clrMapOvr>
  <p:transition spd="slow">
    <p:wip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content, and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7C8AFE-E640-9C6A-F20C-CDE1D4EF5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627476" y="0"/>
            <a:ext cx="1334321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1CF2607-B5C7-9992-C51D-DD5E7FC5FB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79827" y="3157140"/>
            <a:ext cx="2438400" cy="20701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6D2F83CD-8345-462A-4412-5A54CB1FDD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8916"/>
          <a:stretch/>
        </p:blipFill>
        <p:spPr>
          <a:xfrm>
            <a:off x="0" y="3950466"/>
            <a:ext cx="3005804" cy="2224362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44ACCFF-64A9-40AA-93F9-86E3CE0161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096" y="685800"/>
            <a:ext cx="5486400" cy="338328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b"/>
          <a:lstStyle>
            <a:lvl1pPr>
              <a:lnSpc>
                <a:spcPct val="90000"/>
              </a:lnSpc>
              <a:defRPr sz="4800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D785D0F-160C-4A31-93B3-F251B07307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8096" y="4343400"/>
            <a:ext cx="5486400" cy="1005840"/>
          </a:xfrm>
          <a:prstGeom prst="rect">
            <a:avLst/>
          </a:prstGeom>
          <a:solidFill>
            <a:schemeClr val="tx1">
              <a:alpha val="5000"/>
            </a:schemeClr>
          </a:solidFill>
        </p:spPr>
        <p:txBody>
          <a:bodyPr anchor="t">
            <a:normAutofit/>
          </a:bodyPr>
          <a:lstStyle>
            <a:lvl1pPr marL="0" indent="0">
              <a:buNone/>
              <a:defRPr sz="2400" b="0" i="0" spc="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1CCC134-2698-41E9-A225-76300EF59E5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684264" y="576072"/>
            <a:ext cx="4023360" cy="549554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</p:spTree>
    <p:extLst>
      <p:ext uri="{BB962C8B-B14F-4D97-AF65-F5344CB8AC3E}">
        <p14:creationId xmlns:p14="http://schemas.microsoft.com/office/powerpoint/2010/main" val="2275398390"/>
      </p:ext>
    </p:extLst>
  </p:cSld>
  <p:clrMapOvr>
    <a:masterClrMapping/>
  </p:clrMapOvr>
  <p:transition spd="slow">
    <p:wip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with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B5EA319-BD06-493B-D1CD-EC2AF7394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47991" y="0"/>
            <a:ext cx="1703832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560446E-E817-5E2A-D76A-43A4168EF1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7246669" y="4842646"/>
            <a:ext cx="1611949" cy="1853259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17DC846D-C40C-085A-6A57-EBD733E9C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760"/>
            <a:ext cx="6291072" cy="2670048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F5F674E-A7FF-FC97-AC6B-9E98247F6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3346704"/>
            <a:ext cx="6016752" cy="2670048"/>
          </a:xfrm>
          <a:solidFill>
            <a:schemeClr val="bg1">
              <a:lumMod val="95000"/>
            </a:schemeClr>
          </a:solidFill>
        </p:spPr>
        <p:txBody>
          <a:bodyPr rIns="45720" anchor="t" anchorCtr="0">
            <a:normAutofit/>
          </a:bodyPr>
          <a:lstStyle>
            <a:lvl1pPr>
              <a:spcAft>
                <a:spcPts val="1800"/>
              </a:spcAft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F3752326-0FB4-41C5-2D91-5CBFDC2DAD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818120" y="950976"/>
            <a:ext cx="4050792" cy="496519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56502"/>
      </p:ext>
    </p:extLst>
  </p:cSld>
  <p:clrMapOvr>
    <a:masterClrMapping/>
  </p:clrMapOvr>
  <p:transition spd="slow">
    <p:wip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3F9824-10E6-81A0-0A31-9658CC009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383"/>
            <a:ext cx="12192000" cy="1524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3002FB0-0A62-2FA3-FB8D-3275F1072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760"/>
            <a:ext cx="10890504" cy="1545336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B5BF220-87F8-C1D3-102B-15C9BF2EE47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04672" y="2093976"/>
            <a:ext cx="10469880" cy="4014216"/>
          </a:xfrm>
          <a:noFill/>
        </p:spPr>
        <p:txBody>
          <a:bodyPr anchor="t" anchorCtr="0">
            <a:normAutofit/>
          </a:bodyPr>
          <a:lstStyle>
            <a:lvl1pPr>
              <a:spcAft>
                <a:spcPts val="1800"/>
              </a:spcAft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7727798"/>
      </p:ext>
    </p:extLst>
  </p:cSld>
  <p:clrMapOvr>
    <a:masterClrMapping/>
  </p:clrMapOvr>
  <p:transition spd="slow">
    <p:wip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E17B23C3-2F98-4465-21EA-A49296DA1F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r="27085" b="-104"/>
          <a:stretch/>
        </p:blipFill>
        <p:spPr>
          <a:xfrm rot="5400000">
            <a:off x="7746274" y="2898378"/>
            <a:ext cx="3089740" cy="487679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397A4D6-9D7A-63FE-63C9-A585FFE055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383"/>
            <a:ext cx="12192000" cy="1524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760"/>
            <a:ext cx="10149840" cy="1545336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2093976"/>
            <a:ext cx="4370832" cy="3776472"/>
          </a:xfrm>
          <a:solidFill>
            <a:schemeClr val="bg1">
              <a:lumMod val="95000"/>
            </a:schemeClr>
          </a:solidFill>
        </p:spPr>
        <p:txBody>
          <a:bodyPr rIns="45720" anchor="t" anchorCtr="0">
            <a:normAutofit/>
          </a:bodyPr>
          <a:lstStyle>
            <a:lvl1pPr>
              <a:spcAft>
                <a:spcPts val="1800"/>
              </a:spcAft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3A182AF-83EB-0BA6-3ADD-B49BDD9E37E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9048" y="2112264"/>
            <a:ext cx="4370832" cy="3776472"/>
          </a:xfrm>
          <a:noFill/>
        </p:spPr>
        <p:txBody>
          <a:bodyPr anchor="t" anchorCtr="0">
            <a:normAutofit/>
          </a:bodyPr>
          <a:lstStyle>
            <a:lvl1pPr>
              <a:spcAft>
                <a:spcPts val="1800"/>
              </a:spcAft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82366"/>
      </p:ext>
    </p:extLst>
  </p:cSld>
  <p:clrMapOvr>
    <a:masterClrMapping/>
  </p:clrMapOvr>
  <p:transition spd="slow">
    <p:wip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647051E-220B-9586-3E85-05AF9DC9B6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315203" y="0"/>
            <a:ext cx="2045247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8FA6629-B230-F528-AAE3-D182D963F0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r="27085" b="-104"/>
          <a:stretch/>
        </p:blipFill>
        <p:spPr>
          <a:xfrm rot="10800000">
            <a:off x="0" y="671161"/>
            <a:ext cx="3089740" cy="487679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FA0390C-256A-CE3C-1348-C39DBAE01D8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37644" y="655677"/>
            <a:ext cx="2438400" cy="20701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44ACCFF-64A9-40AA-93F9-86E3CE0161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096" y="667512"/>
            <a:ext cx="5916168" cy="366674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800" cap="all" spc="2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D785D0F-160C-4A31-93B3-F251B07307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8096" y="4636008"/>
            <a:ext cx="5276088" cy="155448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600"/>
              </a:spcAft>
              <a:buNone/>
              <a:defRPr sz="2000" b="0" i="0" spc="20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1CCC134-2698-41E9-A225-76300EF59E5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754112" y="947737"/>
            <a:ext cx="4023360" cy="49625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</p:spTree>
    <p:extLst>
      <p:ext uri="{BB962C8B-B14F-4D97-AF65-F5344CB8AC3E}">
        <p14:creationId xmlns:p14="http://schemas.microsoft.com/office/powerpoint/2010/main" val="1482970561"/>
      </p:ext>
    </p:extLst>
  </p:cSld>
  <p:clrMapOvr>
    <a:masterClrMapping/>
  </p:clrMapOvr>
  <p:transition spd="slow">
    <p:wip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248277F-DB00-5149-6533-E8AEF0BAD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573518" y="0"/>
            <a:ext cx="1334321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067A69A-84EE-0E71-D053-F462EBCC8E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3520" y="655677"/>
            <a:ext cx="2438400" cy="20701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44ACCFF-64A9-40AA-93F9-86E3CE0161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48" y="658368"/>
            <a:ext cx="5486400" cy="36210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b"/>
          <a:lstStyle>
            <a:lvl1pPr>
              <a:lnSpc>
                <a:spcPct val="90000"/>
              </a:lnSpc>
              <a:defRPr sz="4800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1CCC134-2698-41E9-A225-76300EF59E5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30936" y="576072"/>
            <a:ext cx="4023360" cy="549554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D785D0F-160C-4A31-93B3-F251B07307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9048" y="4553712"/>
            <a:ext cx="5486400" cy="10058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t">
            <a:normAutofit/>
          </a:bodyPr>
          <a:lstStyle>
            <a:lvl1pPr marL="0" indent="0">
              <a:buNone/>
              <a:defRPr sz="2400" b="0" i="0" spc="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</p:spTree>
    <p:extLst>
      <p:ext uri="{BB962C8B-B14F-4D97-AF65-F5344CB8AC3E}">
        <p14:creationId xmlns:p14="http://schemas.microsoft.com/office/powerpoint/2010/main" val="3451331752"/>
      </p:ext>
    </p:extLst>
  </p:cSld>
  <p:clrMapOvr>
    <a:masterClrMapping/>
  </p:clrMapOvr>
  <p:transition spd="slow">
    <p:wip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14BC85D4-4139-2AAA-166E-6FBA095A8B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5455" t="5126"/>
          <a:stretch/>
        </p:blipFill>
        <p:spPr>
          <a:xfrm>
            <a:off x="0" y="1729776"/>
            <a:ext cx="5423337" cy="535652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931BC73-A262-809F-6027-25B33F16B5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41270" y="0"/>
            <a:ext cx="1250729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AEA2C9-0142-1847-0FE5-307C101C6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83241" y="0"/>
            <a:ext cx="45719" cy="6858000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6007DF4F-A4F8-98C7-5975-55CBED0DB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667512"/>
            <a:ext cx="3621024" cy="5513832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59D4968-2C08-763C-19C6-591349685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6320" y="1161288"/>
            <a:ext cx="5276088" cy="4535424"/>
          </a:xfrm>
          <a:solidFill>
            <a:schemeClr val="bg1">
              <a:lumMod val="95000"/>
            </a:schemeClr>
          </a:solidFill>
        </p:spPr>
        <p:txBody>
          <a:bodyPr anchor="t" anchorCtr="0">
            <a:normAutofit/>
          </a:bodyPr>
          <a:lstStyle>
            <a:lvl1pPr marL="457200" indent="-457200">
              <a:lnSpc>
                <a:spcPct val="80000"/>
              </a:lnSpc>
              <a:spcAft>
                <a:spcPts val="1800"/>
              </a:spcAft>
              <a:buFont typeface="+mj-lt"/>
              <a:buAutoNum type="arabicPeriod"/>
              <a:defRPr sz="2000"/>
            </a:lvl1pPr>
            <a:lvl2pPr marL="914400" indent="-457200">
              <a:buFont typeface="+mj-lt"/>
              <a:buAutoNum type="alphaLcPeriod"/>
              <a:defRPr sz="1800"/>
            </a:lvl2pPr>
            <a:lvl3pPr marL="1371600" indent="-457200">
              <a:buFont typeface="+mj-lt"/>
              <a:buAutoNum type="arabicParenR"/>
              <a:defRPr sz="1600"/>
            </a:lvl3pPr>
            <a:lvl4pPr marL="1714500" indent="-342900">
              <a:buFont typeface="+mj-lt"/>
              <a:buAutoNum type="alphaLcParenR"/>
              <a:defRPr sz="1400"/>
            </a:lvl4pPr>
            <a:lvl5pPr marL="2228850" indent="-400050">
              <a:buFont typeface="+mj-lt"/>
              <a:buAutoNum type="romanL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1534441"/>
      </p:ext>
    </p:extLst>
  </p:cSld>
  <p:clrMapOvr>
    <a:masterClrMapping/>
  </p:clrMapOvr>
  <p:transition spd="slow">
    <p:wip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9F0B854-EF27-FB51-FED5-D9C462D78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383"/>
            <a:ext cx="12192000" cy="1524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AAF96D3-D3E2-FEAC-EE69-279502A57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760"/>
            <a:ext cx="10890504" cy="1545336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FA9ADD0-45A7-DB71-D010-70B5B174C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2093976"/>
            <a:ext cx="2880360" cy="3776472"/>
          </a:xfrm>
          <a:solidFill>
            <a:schemeClr val="tx1">
              <a:alpha val="5000"/>
            </a:schemeClr>
          </a:solidFill>
        </p:spPr>
        <p:txBody>
          <a:bodyPr rIns="45720" anchor="t" anchorCtr="0">
            <a:normAutofit/>
          </a:bodyPr>
          <a:lstStyle>
            <a:lvl1pPr>
              <a:spcAft>
                <a:spcPts val="1800"/>
              </a:spcAft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4ECD368-DD7D-CC8B-3678-D0BFE829181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61104" y="2093976"/>
            <a:ext cx="6967728" cy="4014216"/>
          </a:xfrm>
          <a:noFill/>
        </p:spPr>
        <p:txBody>
          <a:bodyPr anchor="t" anchorCtr="0">
            <a:normAutofit/>
          </a:bodyPr>
          <a:lstStyle>
            <a:lvl1pPr>
              <a:spcAft>
                <a:spcPts val="1800"/>
              </a:spcAft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964287"/>
      </p:ext>
    </p:extLst>
  </p:cSld>
  <p:clrMapOvr>
    <a:masterClrMapping/>
  </p:clrMapOvr>
  <p:transition spd="slow">
    <p:wip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EE4764D-8226-78DF-9303-299C95FA3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598984" y="0"/>
            <a:ext cx="1336431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7C27D79-5B49-F06F-29C2-BF64295274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53477" y="5154421"/>
            <a:ext cx="3279227" cy="122971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1545B34A-525D-FD4C-2384-D583B495C0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5455" t="5126"/>
          <a:stretch/>
        </p:blipFill>
        <p:spPr>
          <a:xfrm flipH="1">
            <a:off x="6768663" y="1729776"/>
            <a:ext cx="5423337" cy="5356522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1B59FA15-E93F-D07D-D82B-86E08C540E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32704" y="795528"/>
            <a:ext cx="6099048" cy="5120640"/>
          </a:xfrm>
          <a:prstGeom prst="rect">
            <a:avLst/>
          </a:prstGeom>
          <a:solidFill>
            <a:schemeClr val="tx1">
              <a:alpha val="5000"/>
            </a:schemeClr>
          </a:solidFill>
        </p:spPr>
        <p:txBody>
          <a:bodyPr anchor="ctr"/>
          <a:lstStyle>
            <a:lvl1pPr>
              <a:lnSpc>
                <a:spcPct val="90000"/>
              </a:lnSpc>
              <a:defRPr sz="4800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4F1B2B40-3852-2BC5-AA67-3AC0C94B535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6072" y="950976"/>
            <a:ext cx="4050792" cy="496519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</p:spTree>
    <p:extLst>
      <p:ext uri="{BB962C8B-B14F-4D97-AF65-F5344CB8AC3E}">
        <p14:creationId xmlns:p14="http://schemas.microsoft.com/office/powerpoint/2010/main" val="4185421984"/>
      </p:ext>
    </p:extLst>
  </p:cSld>
  <p:clrMapOvr>
    <a:masterClrMapping/>
  </p:clrMapOvr>
  <p:transition spd="slow">
    <p:wip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6177962F-BF83-8BF0-521C-AC2FE18512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r="27085" b="-104"/>
          <a:stretch/>
        </p:blipFill>
        <p:spPr>
          <a:xfrm rot="5400000">
            <a:off x="7746274" y="2898378"/>
            <a:ext cx="3089740" cy="48767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D003ACC-3116-807F-81D2-E8057D4C2C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383"/>
            <a:ext cx="12192000" cy="1524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43485B2-AA3A-87CC-3B1B-A193C6EB5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760"/>
            <a:ext cx="10890504" cy="1545336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6EF9689-52F4-4A6F-BEAC-E0B840C11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2093976"/>
            <a:ext cx="5833872" cy="3776472"/>
          </a:xfrm>
          <a:solidFill>
            <a:schemeClr val="bg1">
              <a:lumMod val="95000"/>
            </a:schemeClr>
          </a:solidFill>
        </p:spPr>
        <p:txBody>
          <a:bodyPr rIns="91440" anchor="t" anchorCtr="0">
            <a:normAutofit/>
          </a:bodyPr>
          <a:lstStyle>
            <a:lvl1pPr marL="457200" indent="-457200">
              <a:spcAft>
                <a:spcPts val="1800"/>
              </a:spcAft>
              <a:buFont typeface="+mj-lt"/>
              <a:buAutoNum type="arabicPeriod"/>
              <a:defRPr sz="2000"/>
            </a:lvl1pPr>
            <a:lvl2pPr marL="914400" indent="-457200">
              <a:buFont typeface="+mj-lt"/>
              <a:buAutoNum type="alphaLcPeriod"/>
              <a:defRPr sz="1800"/>
            </a:lvl2pPr>
            <a:lvl3pPr marL="1371600" indent="-457200">
              <a:buFont typeface="+mj-lt"/>
              <a:buAutoNum type="arabicParenR"/>
              <a:defRPr sz="1600"/>
            </a:lvl3pPr>
            <a:lvl4pPr marL="1828800" indent="-457200">
              <a:buFont typeface="+mj-lt"/>
              <a:buAutoNum type="alphaLcParenR"/>
              <a:defRPr sz="1400"/>
            </a:lvl4pPr>
            <a:lvl5pPr marL="2286000" indent="-457200">
              <a:buFont typeface="+mj-lt"/>
              <a:buAutoNum type="romanL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B532826-83B5-DC67-7DDB-45FD78E830A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306056" y="2093976"/>
            <a:ext cx="3172968" cy="3776472"/>
          </a:xfrm>
          <a:noFill/>
        </p:spPr>
        <p:txBody>
          <a:bodyPr anchor="t" anchorCtr="0">
            <a:normAutofit/>
          </a:bodyPr>
          <a:lstStyle>
            <a:lvl1pPr>
              <a:spcAft>
                <a:spcPts val="1800"/>
              </a:spcAft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904384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F91729D4-A164-47A3-830D-E792BCE699E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2534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676" r:id="rId19"/>
    <p:sldLayoutId id="2147483678" r:id="rId20"/>
    <p:sldLayoutId id="2147483679" r:id="rId21"/>
    <p:sldLayoutId id="2147483681" r:id="rId22"/>
    <p:sldLayoutId id="2147483682" r:id="rId23"/>
  </p:sldLayoutIdLst>
  <p:transition spd="slow">
    <p:wip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79680-7C22-BFF1-165D-52AB411C0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47737"/>
            <a:ext cx="7184531" cy="1720645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E-commerce Clothes Shopping Website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2F459B-002E-E89C-3A0E-589730DD71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4927036"/>
            <a:ext cx="5024284" cy="1301988"/>
          </a:xfrm>
        </p:spPr>
        <p:txBody>
          <a:bodyPr>
            <a:normAutofit/>
          </a:bodyPr>
          <a:lstStyle/>
          <a:p>
            <a:r>
              <a:rPr lang="en-US" sz="14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Patel Yash</a:t>
            </a:r>
          </a:p>
          <a:p>
            <a:r>
              <a:rPr lang="en-US" sz="14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M.Sc. (CA) Part - 1</a:t>
            </a:r>
          </a:p>
          <a:p>
            <a:r>
              <a:rPr lang="en-US" sz="14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 Guidance Of Prof. Manish </a:t>
            </a:r>
            <a:r>
              <a:rPr lang="en-US" sz="1400" b="1" u="sng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Dodiya</a:t>
            </a:r>
            <a:endParaRPr lang="en-US" sz="1400" b="1" u="sng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F1AE1FA-645F-BE23-1688-D53A1CA552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C5517F-78D5-E681-8059-F554787E3F64}"/>
              </a:ext>
            </a:extLst>
          </p:cNvPr>
          <p:cNvSpPr txBox="1"/>
          <p:nvPr/>
        </p:nvSpPr>
        <p:spPr>
          <a:xfrm>
            <a:off x="2132174" y="2893417"/>
            <a:ext cx="37180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>
                <a:solidFill>
                  <a:schemeClr val="accent4">
                    <a:lumMod val="75000"/>
                  </a:schemeClr>
                </a:solidFill>
                <a:latin typeface="+mj-lt"/>
              </a:rPr>
              <a:t>W</a:t>
            </a:r>
            <a:r>
              <a:rPr lang="en-IN" sz="3200" b="1" u="sng" dirty="0">
                <a:solidFill>
                  <a:schemeClr val="accent4">
                    <a:lumMod val="75000"/>
                  </a:schemeClr>
                </a:solidFill>
                <a:latin typeface="+mj-lt"/>
              </a:rPr>
              <a:t>OREDROBE X</a:t>
            </a:r>
            <a:endParaRPr lang="en-IN" b="1" u="sng" dirty="0">
              <a:solidFill>
                <a:schemeClr val="accent4">
                  <a:lumMod val="75000"/>
                </a:schemeClr>
              </a:solidFill>
              <a:latin typeface="+mj-lt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15C028B-8235-EBB3-9805-E1A18EEB89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4113" y="474562"/>
            <a:ext cx="4048124" cy="6007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276554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AF76D-A0D2-8179-168C-8025D3773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860527"/>
            <a:ext cx="9603275" cy="1049235"/>
          </a:xfr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US" sz="4800" dirty="0"/>
              <a:t>GOAL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B21146C-4491-5EFF-4F32-D193D5E5D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3833" y="1994867"/>
            <a:ext cx="8573727" cy="556869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b="1" dirty="0"/>
              <a:t>Offer Trendy Styles:</a:t>
            </a:r>
            <a:r>
              <a:rPr lang="en-US" sz="2400" dirty="0"/>
              <a:t> Provide a wide range of fashionable clothing that keeps up with the latest trends.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4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1" dirty="0"/>
              <a:t>Ensure Quality and Affordability:</a:t>
            </a:r>
            <a:r>
              <a:rPr lang="en-US" sz="2400" dirty="0"/>
              <a:t> Balance high-quality materials with affordable prices for great value.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4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1" dirty="0"/>
              <a:t> Deliver Exceptional Service:</a:t>
            </a:r>
            <a:r>
              <a:rPr lang="en-US" sz="2400" dirty="0"/>
              <a:t> Make shopping easy with user-friendly navigation and excellent customer support.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9330A5-9701-4D21-4CCC-742D1F9B4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209515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AF76D-A0D2-8179-168C-8025D3773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2585" y="696364"/>
            <a:ext cx="9603275" cy="1049235"/>
          </a:xfr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US" sz="4800" dirty="0"/>
              <a:t>TARGET AUDIENCE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F5ACA-5B20-DED2-F6EA-E50B5B17F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" y="1961909"/>
            <a:ext cx="11711940" cy="4547046"/>
          </a:xfrm>
        </p:spPr>
        <p:txBody>
          <a:bodyPr>
            <a:normAutofit/>
          </a:bodyPr>
          <a:lstStyle/>
          <a:p>
            <a:pPr marL="171450" indent="-171450">
              <a:buSzPct val="110000"/>
              <a:buFont typeface="Wingdings" panose="05000000000000000000" pitchFamily="2" charset="2"/>
              <a:buChar char="§"/>
            </a:pPr>
            <a:r>
              <a:rPr lang="en-US" sz="2600" b="1" dirty="0"/>
              <a:t>Fashion-Conscious Shoppers: </a:t>
            </a:r>
            <a:r>
              <a:rPr lang="en-US" sz="2600" dirty="0"/>
              <a:t>People who love staying up-to-date with the latest trends and styles.</a:t>
            </a:r>
          </a:p>
          <a:p>
            <a:pPr marL="171450" indent="-171450">
              <a:buSzPct val="110000"/>
              <a:buFont typeface="Wingdings" panose="05000000000000000000" pitchFamily="2" charset="2"/>
              <a:buChar char="§"/>
            </a:pPr>
            <a:r>
              <a:rPr lang="en-US" sz="2600" b="1" dirty="0"/>
              <a:t>Budget-Friendly Buyers: </a:t>
            </a:r>
            <a:r>
              <a:rPr lang="en-US" sz="2600" dirty="0"/>
              <a:t>Customers looking for stylish, quality clothing at affordable prices.</a:t>
            </a:r>
          </a:p>
          <a:p>
            <a:pPr marL="171450" indent="-171450">
              <a:buSzPct val="110000"/>
              <a:buFont typeface="Wingdings" panose="05000000000000000000" pitchFamily="2" charset="2"/>
              <a:buChar char="§"/>
            </a:pPr>
            <a:r>
              <a:rPr lang="en-US" sz="2600" b="1" dirty="0"/>
              <a:t>Adults and couples: </a:t>
            </a:r>
            <a:r>
              <a:rPr lang="en-US" sz="2600" dirty="0"/>
              <a:t>Our e-commerce clothing website serves fashion-conscious women, men, and couples seeking a diverse range of stylish options, from casual to formal attire, with a focus on personalized shopping experiences.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9330A5-9701-4D21-4CCC-742D1F9B4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25621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C78F9C-AD8D-8740-A739-7ED17C9AB4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5569" y="1302551"/>
            <a:ext cx="8715738" cy="5015825"/>
          </a:xfrm>
        </p:spPr>
        <p:txBody>
          <a:bodyPr numCol="1">
            <a:normAutofit fontScale="70000" lnSpcReduction="20000"/>
          </a:bodyPr>
          <a:lstStyle/>
          <a:p>
            <a:pPr lvl="1">
              <a:buFont typeface="Wingdings" panose="05000000000000000000" pitchFamily="2" charset="2"/>
              <a:buChar char="Ø"/>
            </a:pPr>
            <a:endParaRPr lang="en-IN" sz="3200" dirty="0"/>
          </a:p>
          <a:p>
            <a:r>
              <a:rPr lang="en-US" sz="3200" b="1" dirty="0"/>
              <a:t>Frontend:</a:t>
            </a:r>
            <a:endParaRPr lang="en-US" sz="3200" dirty="0"/>
          </a:p>
          <a:p>
            <a:pPr marL="0" indent="0">
              <a:buNone/>
            </a:pPr>
            <a:r>
              <a:rPr lang="en-US" sz="2600" b="1" dirty="0"/>
              <a:t>      React.js</a:t>
            </a:r>
            <a:r>
              <a:rPr lang="en-US" sz="2600" dirty="0"/>
              <a:t> – For building dynamic and responsive user interfaces.</a:t>
            </a:r>
          </a:p>
          <a:p>
            <a:pPr marL="0" indent="0">
              <a:buNone/>
            </a:pPr>
            <a:r>
              <a:rPr lang="en-US" sz="2600" b="1" dirty="0"/>
              <a:t>      HTML, </a:t>
            </a:r>
            <a:r>
              <a:rPr lang="en-US" sz="2600" b="1" dirty="0" err="1"/>
              <a:t>TailwindCSS</a:t>
            </a:r>
            <a:r>
              <a:rPr lang="en-US" sz="2600" b="1" dirty="0"/>
              <a:t>, JavaScript</a:t>
            </a:r>
            <a:r>
              <a:rPr lang="en-US" sz="2600" dirty="0"/>
              <a:t> – Core web technologies for structure and styling.</a:t>
            </a:r>
          </a:p>
          <a:p>
            <a:pPr marL="1371600" lvl="3" indent="0">
              <a:lnSpc>
                <a:spcPct val="100000"/>
              </a:lnSpc>
              <a:buNone/>
            </a:pPr>
            <a:endParaRPr lang="en-IN" sz="2800" dirty="0"/>
          </a:p>
          <a:p>
            <a:r>
              <a:rPr lang="en-IN" sz="3200" dirty="0"/>
              <a:t> </a:t>
            </a:r>
            <a:r>
              <a:rPr lang="en-US" sz="3200" b="1" dirty="0"/>
              <a:t>Backend:</a:t>
            </a:r>
            <a:endParaRPr lang="en-US" sz="3200" dirty="0"/>
          </a:p>
          <a:p>
            <a:pPr marL="0" indent="0">
              <a:buNone/>
            </a:pPr>
            <a:r>
              <a:rPr lang="en-US" sz="2600" b="1" dirty="0"/>
              <a:t>      Node.js</a:t>
            </a:r>
            <a:r>
              <a:rPr lang="en-US" sz="2600" dirty="0"/>
              <a:t> – Server-side runtime environment.</a:t>
            </a:r>
          </a:p>
          <a:p>
            <a:pPr marL="0" indent="0">
              <a:buNone/>
            </a:pPr>
            <a:r>
              <a:rPr lang="en-US" sz="2600" b="1" dirty="0"/>
              <a:t>      Express.js</a:t>
            </a:r>
            <a:r>
              <a:rPr lang="en-US" sz="2600" dirty="0"/>
              <a:t> – Web framework for building APIs and handling requests.</a:t>
            </a:r>
          </a:p>
          <a:p>
            <a:pPr marL="1371600" lvl="3" indent="0" algn="just">
              <a:lnSpc>
                <a:spcPct val="100000"/>
              </a:lnSpc>
              <a:buNone/>
            </a:pPr>
            <a:endParaRPr lang="en-IN" sz="2800" dirty="0"/>
          </a:p>
          <a:p>
            <a:r>
              <a:rPr lang="en-IN" sz="3200" dirty="0"/>
              <a:t> </a:t>
            </a:r>
            <a:r>
              <a:rPr lang="en-US" sz="3200" b="1" dirty="0"/>
              <a:t>Database:</a:t>
            </a:r>
            <a:endParaRPr lang="en-US" sz="3200" dirty="0"/>
          </a:p>
          <a:p>
            <a:pPr marL="0" indent="0">
              <a:buNone/>
            </a:pPr>
            <a:r>
              <a:rPr lang="en-US" sz="2600" b="1" dirty="0"/>
              <a:t>       MongoDB</a:t>
            </a:r>
            <a:r>
              <a:rPr lang="en-US" sz="2600" dirty="0"/>
              <a:t> – NoSQL database to store users, courses, lessons, and results.</a:t>
            </a:r>
          </a:p>
          <a:p>
            <a:pPr marL="914400" lvl="2" indent="0">
              <a:lnSpc>
                <a:spcPct val="100000"/>
              </a:lnSpc>
              <a:buNone/>
            </a:pPr>
            <a:endParaRPr lang="en-IN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9330A5-9701-4D21-4CCC-742D1F9B4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8D5DD8-6577-14A1-1FCE-F9B8F40EB7D9}"/>
              </a:ext>
            </a:extLst>
          </p:cNvPr>
          <p:cNvSpPr txBox="1"/>
          <p:nvPr/>
        </p:nvSpPr>
        <p:spPr>
          <a:xfrm>
            <a:off x="3193412" y="1083409"/>
            <a:ext cx="410005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Software Requirement</a:t>
            </a:r>
            <a:endParaRPr lang="en-IN" sz="2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6292683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C78F9C-AD8D-8740-A739-7ED17C9AB4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1079" y="336911"/>
            <a:ext cx="9568904" cy="5881788"/>
          </a:xfrm>
        </p:spPr>
        <p:txBody>
          <a:bodyPr numCol="1">
            <a:normAutofit fontScale="92500" lnSpcReduction="20000"/>
          </a:bodyPr>
          <a:lstStyle/>
          <a:p>
            <a:pPr lvl="1">
              <a:buFont typeface="Wingdings" panose="05000000000000000000" pitchFamily="2" charset="2"/>
              <a:buChar char="Ø"/>
            </a:pPr>
            <a:endParaRPr lang="en-IN" sz="3200" dirty="0"/>
          </a:p>
          <a:p>
            <a:pPr marL="457200" lvl="1" indent="0" algn="ctr">
              <a:buNone/>
            </a:pPr>
            <a:r>
              <a:rPr lang="en-IN" sz="3200" b="1" dirty="0"/>
              <a:t>Hardware Requirement</a:t>
            </a:r>
            <a:endParaRPr lang="en-IN" sz="3200" dirty="0"/>
          </a:p>
          <a:p>
            <a:pPr marL="457200" lvl="1" indent="0">
              <a:buNone/>
            </a:pPr>
            <a:endParaRPr lang="en-IN" sz="32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/>
              <a:t>Processor:</a:t>
            </a:r>
            <a:r>
              <a:rPr lang="en-US" sz="2400" dirty="0"/>
              <a:t> Intel i5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/>
              <a:t>RAM:</a:t>
            </a:r>
            <a:r>
              <a:rPr lang="en-US" sz="2400" dirty="0"/>
              <a:t> 4 GB (Client), 8 GB (Server)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/>
              <a:t>Storage:</a:t>
            </a:r>
            <a:r>
              <a:rPr lang="en-US" sz="2400" dirty="0"/>
              <a:t> 100 GB (Client), 256 GB SSD (Server)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/>
              <a:t>Internet:</a:t>
            </a:r>
            <a:r>
              <a:rPr lang="en-US" sz="2400" dirty="0"/>
              <a:t> Stable high-speed connection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/>
              <a:t>Display:</a:t>
            </a:r>
            <a:r>
              <a:rPr lang="en-US" sz="2400" dirty="0"/>
              <a:t> 1024x768 or higher</a:t>
            </a:r>
          </a:p>
          <a:p>
            <a:pPr marL="914400" lvl="2" indent="0">
              <a:lnSpc>
                <a:spcPct val="100000"/>
              </a:lnSpc>
              <a:buNone/>
            </a:pPr>
            <a:endParaRPr lang="en-IN" sz="2400" dirty="0"/>
          </a:p>
          <a:p>
            <a:pPr marL="914400" lvl="2" indent="0">
              <a:lnSpc>
                <a:spcPct val="100000"/>
              </a:lnSpc>
              <a:buNone/>
            </a:pPr>
            <a:endParaRPr lang="en-IN" sz="2400" dirty="0"/>
          </a:p>
          <a:p>
            <a:pPr marL="914400" lvl="2" indent="0">
              <a:lnSpc>
                <a:spcPct val="100000"/>
              </a:lnSpc>
              <a:buNone/>
            </a:pPr>
            <a:endParaRPr lang="en-IN" sz="2400" dirty="0"/>
          </a:p>
          <a:p>
            <a:pPr marL="914400" lvl="2" indent="0">
              <a:lnSpc>
                <a:spcPct val="100000"/>
              </a:lnSpc>
              <a:buNone/>
            </a:pPr>
            <a:endParaRPr lang="en-IN" sz="2400" dirty="0"/>
          </a:p>
          <a:p>
            <a:pPr marL="914400" lvl="2" indent="0">
              <a:lnSpc>
                <a:spcPct val="100000"/>
              </a:lnSpc>
              <a:buNone/>
            </a:pPr>
            <a:endParaRPr lang="en-IN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9330A5-9701-4D21-4CCC-742D1F9B4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35978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60D96-5D17-9E34-CB4F-72D505573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641" y="879676"/>
            <a:ext cx="5127584" cy="54766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dirty="0">
                <a:latin typeface="+mj-lt"/>
              </a:rPr>
              <a:t>Admin Module:</a:t>
            </a:r>
          </a:p>
          <a:p>
            <a:r>
              <a:rPr lang="en-IN" sz="2400" dirty="0">
                <a:latin typeface="+mj-lt"/>
              </a:rPr>
              <a:t>Manage accounts and permissions.</a:t>
            </a:r>
          </a:p>
          <a:p>
            <a:r>
              <a:rPr lang="en-IN" sz="2400" dirty="0">
                <a:latin typeface="+mj-lt"/>
              </a:rPr>
              <a:t>Manage Categories</a:t>
            </a:r>
          </a:p>
          <a:p>
            <a:r>
              <a:rPr lang="en-IN" sz="2400" dirty="0" err="1">
                <a:latin typeface="+mj-lt"/>
              </a:rPr>
              <a:t>Add,Update,Delete</a:t>
            </a:r>
            <a:r>
              <a:rPr lang="en-IN" sz="2400" dirty="0">
                <a:latin typeface="+mj-lt"/>
              </a:rPr>
              <a:t> Product</a:t>
            </a:r>
          </a:p>
          <a:p>
            <a:r>
              <a:rPr lang="en-IN" sz="2400" dirty="0">
                <a:latin typeface="+mj-lt"/>
              </a:rPr>
              <a:t>View and process orders</a:t>
            </a:r>
          </a:p>
          <a:p>
            <a:r>
              <a:rPr lang="en-IN" sz="2400" dirty="0">
                <a:latin typeface="+mj-lt"/>
              </a:rPr>
              <a:t>Manage access and monitor security</a:t>
            </a:r>
          </a:p>
          <a:p>
            <a:r>
              <a:rPr lang="en-IN" sz="2400" dirty="0">
                <a:latin typeface="+mj-lt"/>
              </a:rPr>
              <a:t>View reports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5D39BD-AF7F-8B1B-58F8-10D731A0760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89225" y="879676"/>
            <a:ext cx="5127585" cy="55905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dirty="0"/>
              <a:t>User Module:</a:t>
            </a:r>
          </a:p>
          <a:p>
            <a:r>
              <a:rPr lang="en-IN" sz="2400" dirty="0"/>
              <a:t>View and edit personal information.</a:t>
            </a:r>
          </a:p>
          <a:p>
            <a:r>
              <a:rPr lang="en-IN" sz="2400" dirty="0"/>
              <a:t>View and search products</a:t>
            </a:r>
          </a:p>
          <a:p>
            <a:r>
              <a:rPr lang="en-IN" sz="2400" dirty="0"/>
              <a:t>Add or remove </a:t>
            </a:r>
            <a:r>
              <a:rPr lang="en-IN" sz="2400" dirty="0" err="1"/>
              <a:t>products,view</a:t>
            </a:r>
            <a:r>
              <a:rPr lang="en-IN" sz="2400" dirty="0"/>
              <a:t> totals in cart</a:t>
            </a:r>
          </a:p>
          <a:p>
            <a:r>
              <a:rPr lang="en-IN" sz="2400" dirty="0"/>
              <a:t>View order history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596D05-CD51-A687-903C-1F29AF2EB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172785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D5C0C-AC08-411A-5743-AAEE17931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086" y="206115"/>
            <a:ext cx="8487664" cy="5826760"/>
          </a:xfrm>
        </p:spPr>
        <p:txBody>
          <a:bodyPr>
            <a:normAutofit fontScale="90000"/>
          </a:bodyPr>
          <a:lstStyle/>
          <a:p>
            <a:pPr algn="ctr"/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sz="6000" b="1" dirty="0"/>
              <a:t>DATA FLOW DIAGRAM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652183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077C6F9-B646-5C7D-C75E-C0A52DC72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5226" y="190984"/>
            <a:ext cx="9650803" cy="870117"/>
          </a:xfrm>
        </p:spPr>
        <p:txBody>
          <a:bodyPr/>
          <a:lstStyle/>
          <a:p>
            <a:pPr algn="ctr"/>
            <a:r>
              <a:rPr lang="en-US" dirty="0"/>
              <a:t>0(CONTEXT)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FCE61F-A4B1-C1BD-8937-C2A157D02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682AC1-24BE-9244-C4BA-29DD198653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704" b="-1852"/>
          <a:stretch/>
        </p:blipFill>
        <p:spPr>
          <a:xfrm>
            <a:off x="1125226" y="2261419"/>
            <a:ext cx="9650803" cy="207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753796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077C6F9-B646-5C7D-C75E-C0A52DC72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5226" y="136526"/>
            <a:ext cx="9650803" cy="53717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LEVEL</a:t>
            </a:r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3C7C419C-7816-5676-53E0-DC718BD94AA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-1905" t="5703" r="-456"/>
          <a:stretch/>
        </p:blipFill>
        <p:spPr>
          <a:xfrm>
            <a:off x="1125226" y="943897"/>
            <a:ext cx="9650803" cy="5777577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FCE61F-A4B1-C1BD-8937-C2A157D02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4334560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077C6F9-B646-5C7D-C75E-C0A52DC72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5226" y="190984"/>
            <a:ext cx="9650803" cy="870117"/>
          </a:xfrm>
        </p:spPr>
        <p:txBody>
          <a:bodyPr/>
          <a:lstStyle/>
          <a:p>
            <a:pPr algn="ctr"/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LEVEL 4.0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374CA5E1-4D20-4C79-A829-2771AC8D55A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37" t="10576" r="-1" b="-1519"/>
          <a:stretch/>
        </p:blipFill>
        <p:spPr>
          <a:xfrm>
            <a:off x="2979174" y="1396180"/>
            <a:ext cx="5771536" cy="4960170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FCE61F-A4B1-C1BD-8937-C2A157D02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5439260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077C6F9-B646-5C7D-C75E-C0A52DC72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5226" y="190984"/>
            <a:ext cx="9650803" cy="870117"/>
          </a:xfrm>
        </p:spPr>
        <p:txBody>
          <a:bodyPr/>
          <a:lstStyle/>
          <a:p>
            <a:pPr algn="ctr"/>
            <a:r>
              <a:rPr lang="en-US" dirty="0"/>
              <a:t>E-R DIAGRAM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4522880D-7B5B-370E-FCFC-638EE7AA7CF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-148" t="9059" r="-1016" b="-92"/>
          <a:stretch/>
        </p:blipFill>
        <p:spPr>
          <a:xfrm>
            <a:off x="2037736" y="1286295"/>
            <a:ext cx="7944464" cy="5070055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FCE61F-A4B1-C1BD-8937-C2A157D02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848335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6A45A-D542-1310-2EBC-2CFDDEF47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760"/>
            <a:ext cx="10681697" cy="1243121"/>
          </a:xfrm>
        </p:spPr>
        <p:txBody>
          <a:bodyPr/>
          <a:lstStyle/>
          <a:p>
            <a:r>
              <a:rPr lang="en-IN" dirty="0" err="1"/>
              <a:t>admin_mast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66FA614-1383-196F-8A47-ABB7E8713F94}"/>
              </a:ext>
            </a:extLst>
          </p:cNvPr>
          <p:cNvGraphicFramePr>
            <a:graphicFrameLocks noGrp="1"/>
          </p:cNvGraphicFramePr>
          <p:nvPr>
            <p:ph idx="13"/>
            <p:extLst>
              <p:ext uri="{D42A27DB-BD31-4B8C-83A1-F6EECF244321}">
                <p14:modId xmlns:p14="http://schemas.microsoft.com/office/powerpoint/2010/main" val="3441159571"/>
              </p:ext>
            </p:extLst>
          </p:nvPr>
        </p:nvGraphicFramePr>
        <p:xfrm>
          <a:off x="804862" y="1930722"/>
          <a:ext cx="10681697" cy="4128305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694192">
                  <a:extLst>
                    <a:ext uri="{9D8B030D-6E8A-4147-A177-3AD203B41FA5}">
                      <a16:colId xmlns:a16="http://schemas.microsoft.com/office/drawing/2014/main" val="4156676375"/>
                    </a:ext>
                  </a:extLst>
                </a:gridCol>
                <a:gridCol w="1972138">
                  <a:extLst>
                    <a:ext uri="{9D8B030D-6E8A-4147-A177-3AD203B41FA5}">
                      <a16:colId xmlns:a16="http://schemas.microsoft.com/office/drawing/2014/main" val="1760733386"/>
                    </a:ext>
                  </a:extLst>
                </a:gridCol>
                <a:gridCol w="3011349">
                  <a:extLst>
                    <a:ext uri="{9D8B030D-6E8A-4147-A177-3AD203B41FA5}">
                      <a16:colId xmlns:a16="http://schemas.microsoft.com/office/drawing/2014/main" val="785024404"/>
                    </a:ext>
                  </a:extLst>
                </a:gridCol>
                <a:gridCol w="4004018">
                  <a:extLst>
                    <a:ext uri="{9D8B030D-6E8A-4147-A177-3AD203B41FA5}">
                      <a16:colId xmlns:a16="http://schemas.microsoft.com/office/drawing/2014/main" val="946664229"/>
                    </a:ext>
                  </a:extLst>
                </a:gridCol>
              </a:tblGrid>
              <a:tr h="676824">
                <a:tc>
                  <a:txBody>
                    <a:bodyPr/>
                    <a:lstStyle/>
                    <a:p>
                      <a:r>
                        <a:rPr lang="en-IN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Key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9934625"/>
                  </a:ext>
                </a:extLst>
              </a:tr>
              <a:tr h="676824">
                <a:tc>
                  <a:txBody>
                    <a:bodyPr/>
                    <a:lstStyle/>
                    <a:p>
                      <a:r>
                        <a:rPr lang="en-IN" dirty="0" err="1"/>
                        <a:t>admin_id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Primary key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316746"/>
                  </a:ext>
                </a:extLst>
              </a:tr>
              <a:tr h="676824">
                <a:tc>
                  <a:txBody>
                    <a:bodyPr/>
                    <a:lstStyle/>
                    <a:p>
                      <a:r>
                        <a:rPr lang="en-IN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92971"/>
                  </a:ext>
                </a:extLst>
              </a:tr>
              <a:tr h="744185">
                <a:tc>
                  <a:txBody>
                    <a:bodyPr/>
                    <a:lstStyle/>
                    <a:p>
                      <a:r>
                        <a:rPr lang="en-IN" dirty="0"/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Unique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5469759"/>
                  </a:ext>
                </a:extLst>
              </a:tr>
              <a:tr h="676824">
                <a:tc>
                  <a:txBody>
                    <a:bodyPr/>
                    <a:lstStyle/>
                    <a:p>
                      <a:r>
                        <a:rPr lang="en-IN" dirty="0"/>
                        <a:t>password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282032"/>
                  </a:ext>
                </a:extLst>
              </a:tr>
              <a:tr h="676824">
                <a:tc>
                  <a:txBody>
                    <a:bodyPr/>
                    <a:lstStyle/>
                    <a:p>
                      <a:r>
                        <a:rPr lang="en-US" dirty="0"/>
                        <a:t>Role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Defualt</a:t>
                      </a:r>
                      <a:r>
                        <a:rPr lang="en-US" dirty="0"/>
                        <a:t>: admin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4094866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FF31FB-F599-1F4D-3362-84077D88B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162940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6A45A-D542-1310-2EBC-2CFDDEF47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760"/>
            <a:ext cx="10681697" cy="1243121"/>
          </a:xfrm>
        </p:spPr>
        <p:txBody>
          <a:bodyPr/>
          <a:lstStyle/>
          <a:p>
            <a:r>
              <a:rPr lang="en-IN" dirty="0"/>
              <a:t>users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66FA614-1383-196F-8A47-ABB7E8713F94}"/>
              </a:ext>
            </a:extLst>
          </p:cNvPr>
          <p:cNvGraphicFramePr>
            <a:graphicFrameLocks noGrp="1"/>
          </p:cNvGraphicFramePr>
          <p:nvPr>
            <p:ph idx="13"/>
            <p:extLst>
              <p:ext uri="{D42A27DB-BD31-4B8C-83A1-F6EECF244321}">
                <p14:modId xmlns:p14="http://schemas.microsoft.com/office/powerpoint/2010/main" val="1970824921"/>
              </p:ext>
            </p:extLst>
          </p:nvPr>
        </p:nvGraphicFramePr>
        <p:xfrm>
          <a:off x="804862" y="2093913"/>
          <a:ext cx="10548936" cy="2828046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673135">
                  <a:extLst>
                    <a:ext uri="{9D8B030D-6E8A-4147-A177-3AD203B41FA5}">
                      <a16:colId xmlns:a16="http://schemas.microsoft.com/office/drawing/2014/main" val="4156676375"/>
                    </a:ext>
                  </a:extLst>
                </a:gridCol>
                <a:gridCol w="1947627">
                  <a:extLst>
                    <a:ext uri="{9D8B030D-6E8A-4147-A177-3AD203B41FA5}">
                      <a16:colId xmlns:a16="http://schemas.microsoft.com/office/drawing/2014/main" val="1760733386"/>
                    </a:ext>
                  </a:extLst>
                </a:gridCol>
                <a:gridCol w="2973921">
                  <a:extLst>
                    <a:ext uri="{9D8B030D-6E8A-4147-A177-3AD203B41FA5}">
                      <a16:colId xmlns:a16="http://schemas.microsoft.com/office/drawing/2014/main" val="785024404"/>
                    </a:ext>
                  </a:extLst>
                </a:gridCol>
                <a:gridCol w="3954253">
                  <a:extLst>
                    <a:ext uri="{9D8B030D-6E8A-4147-A177-3AD203B41FA5}">
                      <a16:colId xmlns:a16="http://schemas.microsoft.com/office/drawing/2014/main" val="946664229"/>
                    </a:ext>
                  </a:extLst>
                </a:gridCol>
              </a:tblGrid>
              <a:tr h="447323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  <a:r>
                        <a:rPr lang="en-IN" dirty="0" err="1"/>
                        <a:t>ull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</a:t>
                      </a:r>
                      <a:r>
                        <a:rPr lang="en-IN" dirty="0" err="1"/>
                        <a:t>ey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9934625"/>
                  </a:ext>
                </a:extLst>
              </a:tr>
              <a:tr h="591431">
                <a:tc>
                  <a:txBody>
                    <a:bodyPr/>
                    <a:lstStyle/>
                    <a:p>
                      <a:r>
                        <a:rPr lang="en-US" sz="2000" dirty="0"/>
                        <a:t>_id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</a:t>
                      </a:r>
                      <a:r>
                        <a:rPr lang="en-IN" sz="2000" dirty="0" err="1"/>
                        <a:t>tring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Primary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316746"/>
                  </a:ext>
                </a:extLst>
              </a:tr>
              <a:tr h="447323">
                <a:tc>
                  <a:txBody>
                    <a:bodyPr/>
                    <a:lstStyle/>
                    <a:p>
                      <a:r>
                        <a:rPr lang="en-US" sz="2000" dirty="0"/>
                        <a:t>n</a:t>
                      </a:r>
                      <a:r>
                        <a:rPr lang="en-IN" sz="2000" dirty="0" err="1"/>
                        <a:t>ame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</a:t>
                      </a:r>
                      <a:r>
                        <a:rPr lang="en-IN" sz="2000" dirty="0" err="1"/>
                        <a:t>tring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3394195"/>
                  </a:ext>
                </a:extLst>
              </a:tr>
              <a:tr h="447323">
                <a:tc>
                  <a:txBody>
                    <a:bodyPr/>
                    <a:lstStyle/>
                    <a:p>
                      <a:r>
                        <a:rPr lang="en-US" sz="2000" dirty="0"/>
                        <a:t>e</a:t>
                      </a:r>
                      <a:r>
                        <a:rPr lang="en-IN" sz="2000" dirty="0"/>
                        <a:t>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kumimoji="0" lang="en-IN" sz="2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tring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Unique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92971"/>
                  </a:ext>
                </a:extLst>
              </a:tr>
              <a:tr h="447323">
                <a:tc>
                  <a:txBody>
                    <a:bodyPr/>
                    <a:lstStyle/>
                    <a:p>
                      <a:r>
                        <a:rPr lang="en-US" sz="2000" dirty="0"/>
                        <a:t>p</a:t>
                      </a:r>
                      <a:r>
                        <a:rPr lang="en-IN" sz="2000" dirty="0"/>
                        <a:t>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</a:t>
                      </a:r>
                      <a:r>
                        <a:rPr lang="en-IN" sz="2000" dirty="0" err="1"/>
                        <a:t>tring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5469759"/>
                  </a:ext>
                </a:extLst>
              </a:tr>
              <a:tr h="447323">
                <a:tc>
                  <a:txBody>
                    <a:bodyPr/>
                    <a:lstStyle/>
                    <a:p>
                      <a:r>
                        <a:rPr lang="en-IN" sz="2000" dirty="0"/>
                        <a:t>password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</a:t>
                      </a:r>
                      <a:r>
                        <a:rPr lang="en-IN" sz="2000" dirty="0" err="1"/>
                        <a:t>tring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282032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FF31FB-F599-1F4D-3362-84077D88B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4234191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6A45A-D542-1310-2EBC-2CFDDEF47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760"/>
            <a:ext cx="10681697" cy="1243121"/>
          </a:xfrm>
        </p:spPr>
        <p:txBody>
          <a:bodyPr/>
          <a:lstStyle/>
          <a:p>
            <a:r>
              <a:rPr lang="en-IN" dirty="0" err="1"/>
              <a:t>category_mast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66FA614-1383-196F-8A47-ABB7E8713F94}"/>
              </a:ext>
            </a:extLst>
          </p:cNvPr>
          <p:cNvGraphicFramePr>
            <a:graphicFrameLocks noGrp="1"/>
          </p:cNvGraphicFramePr>
          <p:nvPr>
            <p:ph idx="13"/>
            <p:extLst>
              <p:ext uri="{D42A27DB-BD31-4B8C-83A1-F6EECF244321}">
                <p14:modId xmlns:p14="http://schemas.microsoft.com/office/powerpoint/2010/main" val="2035193187"/>
              </p:ext>
            </p:extLst>
          </p:nvPr>
        </p:nvGraphicFramePr>
        <p:xfrm>
          <a:off x="777240" y="2221234"/>
          <a:ext cx="10681697" cy="2005869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694192">
                  <a:extLst>
                    <a:ext uri="{9D8B030D-6E8A-4147-A177-3AD203B41FA5}">
                      <a16:colId xmlns:a16="http://schemas.microsoft.com/office/drawing/2014/main" val="4156676375"/>
                    </a:ext>
                  </a:extLst>
                </a:gridCol>
                <a:gridCol w="1972138">
                  <a:extLst>
                    <a:ext uri="{9D8B030D-6E8A-4147-A177-3AD203B41FA5}">
                      <a16:colId xmlns:a16="http://schemas.microsoft.com/office/drawing/2014/main" val="1760733386"/>
                    </a:ext>
                  </a:extLst>
                </a:gridCol>
                <a:gridCol w="3011349">
                  <a:extLst>
                    <a:ext uri="{9D8B030D-6E8A-4147-A177-3AD203B41FA5}">
                      <a16:colId xmlns:a16="http://schemas.microsoft.com/office/drawing/2014/main" val="785024404"/>
                    </a:ext>
                  </a:extLst>
                </a:gridCol>
                <a:gridCol w="4004018">
                  <a:extLst>
                    <a:ext uri="{9D8B030D-6E8A-4147-A177-3AD203B41FA5}">
                      <a16:colId xmlns:a16="http://schemas.microsoft.com/office/drawing/2014/main" val="946664229"/>
                    </a:ext>
                  </a:extLst>
                </a:gridCol>
              </a:tblGrid>
              <a:tr h="591415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Key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9934625"/>
                  </a:ext>
                </a:extLst>
              </a:tr>
              <a:tr h="731548">
                <a:tc>
                  <a:txBody>
                    <a:bodyPr/>
                    <a:lstStyle/>
                    <a:p>
                      <a:r>
                        <a:rPr lang="en-IN" sz="2400" dirty="0" err="1"/>
                        <a:t>cate_id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  <a:r>
                        <a:rPr lang="en-IN" sz="2400" dirty="0" err="1"/>
                        <a:t>tring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</a:t>
                      </a:r>
                      <a:r>
                        <a:rPr lang="en-IN" sz="2400" dirty="0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Primary 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316746"/>
                  </a:ext>
                </a:extLst>
              </a:tr>
              <a:tr h="682906">
                <a:tc>
                  <a:txBody>
                    <a:bodyPr/>
                    <a:lstStyle/>
                    <a:p>
                      <a:r>
                        <a:rPr lang="en-IN" sz="2400" dirty="0" err="1"/>
                        <a:t>catename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  <a:r>
                        <a:rPr lang="en-IN" sz="2400" dirty="0" err="1"/>
                        <a:t>tring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5469759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FF31FB-F599-1F4D-3362-84077D88B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7893228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4D257-E43B-A2DF-27C3-B60DCD254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E0FBA-8D28-B1F2-7CB8-21F5EFF67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760"/>
            <a:ext cx="10681697" cy="895881"/>
          </a:xfrm>
        </p:spPr>
        <p:txBody>
          <a:bodyPr/>
          <a:lstStyle/>
          <a:p>
            <a:r>
              <a:rPr lang="en-IN" dirty="0" err="1"/>
              <a:t>product_mast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C66ED5C-7C2C-82FF-7215-90285F50DCA2}"/>
              </a:ext>
            </a:extLst>
          </p:cNvPr>
          <p:cNvGraphicFramePr>
            <a:graphicFrameLocks noGrp="1"/>
          </p:cNvGraphicFramePr>
          <p:nvPr>
            <p:ph idx="13"/>
            <p:extLst>
              <p:ext uri="{D42A27DB-BD31-4B8C-83A1-F6EECF244321}">
                <p14:modId xmlns:p14="http://schemas.microsoft.com/office/powerpoint/2010/main" val="924188521"/>
              </p:ext>
            </p:extLst>
          </p:nvPr>
        </p:nvGraphicFramePr>
        <p:xfrm>
          <a:off x="777238" y="1597307"/>
          <a:ext cx="10681697" cy="296264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694192">
                  <a:extLst>
                    <a:ext uri="{9D8B030D-6E8A-4147-A177-3AD203B41FA5}">
                      <a16:colId xmlns:a16="http://schemas.microsoft.com/office/drawing/2014/main" val="4156676375"/>
                    </a:ext>
                  </a:extLst>
                </a:gridCol>
                <a:gridCol w="1606921">
                  <a:extLst>
                    <a:ext uri="{9D8B030D-6E8A-4147-A177-3AD203B41FA5}">
                      <a16:colId xmlns:a16="http://schemas.microsoft.com/office/drawing/2014/main" val="1760733386"/>
                    </a:ext>
                  </a:extLst>
                </a:gridCol>
                <a:gridCol w="3063639">
                  <a:extLst>
                    <a:ext uri="{9D8B030D-6E8A-4147-A177-3AD203B41FA5}">
                      <a16:colId xmlns:a16="http://schemas.microsoft.com/office/drawing/2014/main" val="785024404"/>
                    </a:ext>
                  </a:extLst>
                </a:gridCol>
                <a:gridCol w="4316945">
                  <a:extLst>
                    <a:ext uri="{9D8B030D-6E8A-4147-A177-3AD203B41FA5}">
                      <a16:colId xmlns:a16="http://schemas.microsoft.com/office/drawing/2014/main" val="946664229"/>
                    </a:ext>
                  </a:extLst>
                </a:gridCol>
              </a:tblGrid>
              <a:tr h="351034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Key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9934625"/>
                  </a:ext>
                </a:extLst>
              </a:tr>
              <a:tr h="387154">
                <a:tc>
                  <a:txBody>
                    <a:bodyPr/>
                    <a:lstStyle/>
                    <a:p>
                      <a:r>
                        <a:rPr lang="en-IN" dirty="0" err="1"/>
                        <a:t>p_id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  <a:r>
                        <a:rPr lang="en-IN" dirty="0" err="1"/>
                        <a:t>tring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Primary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316746"/>
                  </a:ext>
                </a:extLst>
              </a:tr>
              <a:tr h="351034">
                <a:tc>
                  <a:txBody>
                    <a:bodyPr/>
                    <a:lstStyle/>
                    <a:p>
                      <a:r>
                        <a:rPr lang="en-IN" dirty="0" err="1"/>
                        <a:t>p_name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  <a:r>
                        <a:rPr lang="en-IN" dirty="0" err="1"/>
                        <a:t>tring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92971"/>
                  </a:ext>
                </a:extLst>
              </a:tr>
              <a:tr h="351034">
                <a:tc>
                  <a:txBody>
                    <a:bodyPr/>
                    <a:lstStyle/>
                    <a:p>
                      <a:r>
                        <a:rPr lang="en-IN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5469759"/>
                  </a:ext>
                </a:extLst>
              </a:tr>
              <a:tr h="351034">
                <a:tc>
                  <a:txBody>
                    <a:bodyPr/>
                    <a:lstStyle/>
                    <a:p>
                      <a:r>
                        <a:rPr lang="en-IN" dirty="0"/>
                        <a:t>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282032"/>
                  </a:ext>
                </a:extLst>
              </a:tr>
              <a:tr h="351034">
                <a:tc>
                  <a:txBody>
                    <a:bodyPr/>
                    <a:lstStyle/>
                    <a:p>
                      <a:r>
                        <a:rPr lang="en-IN" dirty="0"/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177554"/>
                  </a:ext>
                </a:extLst>
              </a:tr>
              <a:tr h="351034">
                <a:tc>
                  <a:txBody>
                    <a:bodyPr/>
                    <a:lstStyle/>
                    <a:p>
                      <a:r>
                        <a:rPr lang="en-US" dirty="0" err="1"/>
                        <a:t>i</a:t>
                      </a:r>
                      <a:r>
                        <a:rPr lang="en-IN" dirty="0"/>
                        <a:t>mg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5889692"/>
                  </a:ext>
                </a:extLst>
              </a:tr>
              <a:tr h="3809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stock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7901776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389DF-E5E8-4DD3-B896-98FB6F622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675609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6A45A-D542-1310-2EBC-2CFDDEF47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760"/>
            <a:ext cx="10681697" cy="1243121"/>
          </a:xfrm>
        </p:spPr>
        <p:txBody>
          <a:bodyPr/>
          <a:lstStyle/>
          <a:p>
            <a:r>
              <a:rPr lang="en-IN" dirty="0" err="1"/>
              <a:t>cart_mast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66FA614-1383-196F-8A47-ABB7E8713F94}"/>
              </a:ext>
            </a:extLst>
          </p:cNvPr>
          <p:cNvGraphicFramePr>
            <a:graphicFrameLocks noGrp="1"/>
          </p:cNvGraphicFramePr>
          <p:nvPr>
            <p:ph idx="13"/>
            <p:extLst>
              <p:ext uri="{D42A27DB-BD31-4B8C-83A1-F6EECF244321}">
                <p14:modId xmlns:p14="http://schemas.microsoft.com/office/powerpoint/2010/main" val="2213480992"/>
              </p:ext>
            </p:extLst>
          </p:nvPr>
        </p:nvGraphicFramePr>
        <p:xfrm>
          <a:off x="804863" y="2093913"/>
          <a:ext cx="10654074" cy="3140712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689811">
                  <a:extLst>
                    <a:ext uri="{9D8B030D-6E8A-4147-A177-3AD203B41FA5}">
                      <a16:colId xmlns:a16="http://schemas.microsoft.com/office/drawing/2014/main" val="4156676375"/>
                    </a:ext>
                  </a:extLst>
                </a:gridCol>
                <a:gridCol w="1790512">
                  <a:extLst>
                    <a:ext uri="{9D8B030D-6E8A-4147-A177-3AD203B41FA5}">
                      <a16:colId xmlns:a16="http://schemas.microsoft.com/office/drawing/2014/main" val="1760733386"/>
                    </a:ext>
                  </a:extLst>
                </a:gridCol>
                <a:gridCol w="3180087">
                  <a:extLst>
                    <a:ext uri="{9D8B030D-6E8A-4147-A177-3AD203B41FA5}">
                      <a16:colId xmlns:a16="http://schemas.microsoft.com/office/drawing/2014/main" val="785024404"/>
                    </a:ext>
                  </a:extLst>
                </a:gridCol>
                <a:gridCol w="3993664">
                  <a:extLst>
                    <a:ext uri="{9D8B030D-6E8A-4147-A177-3AD203B41FA5}">
                      <a16:colId xmlns:a16="http://schemas.microsoft.com/office/drawing/2014/main" val="946664229"/>
                    </a:ext>
                  </a:extLst>
                </a:gridCol>
              </a:tblGrid>
              <a:tr h="591414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Field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Key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9934625"/>
                  </a:ext>
                </a:extLst>
              </a:tr>
              <a:tr h="680289">
                <a:tc>
                  <a:txBody>
                    <a:bodyPr/>
                    <a:lstStyle/>
                    <a:p>
                      <a:r>
                        <a:rPr lang="en-IN" dirty="0" err="1"/>
                        <a:t>cart_id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  <a:r>
                        <a:rPr lang="en-IN" dirty="0" err="1"/>
                        <a:t>tring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Null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316746"/>
                  </a:ext>
                </a:extLst>
              </a:tr>
              <a:tr h="680289">
                <a:tc>
                  <a:txBody>
                    <a:bodyPr/>
                    <a:lstStyle/>
                    <a:p>
                      <a:r>
                        <a:rPr lang="en-IN" dirty="0" err="1"/>
                        <a:t>user_id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  <a:r>
                        <a:rPr lang="en-IN" dirty="0" err="1"/>
                        <a:t>tring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  <a:r>
                        <a:rPr lang="en-IN" dirty="0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(</a:t>
                      </a:r>
                      <a:r>
                        <a:rPr lang="en-IN" dirty="0" err="1"/>
                        <a:t>user_id</a:t>
                      </a:r>
                      <a:r>
                        <a:rPr lang="en-IN" dirty="0"/>
                        <a:t>)</a:t>
                      </a:r>
                    </a:p>
                    <a:p>
                      <a:r>
                        <a:rPr lang="en-IN" dirty="0"/>
                        <a:t>References</a:t>
                      </a:r>
                    </a:p>
                    <a:p>
                      <a:r>
                        <a:rPr lang="en-IN" dirty="0" err="1"/>
                        <a:t>user_mast</a:t>
                      </a:r>
                      <a:r>
                        <a:rPr lang="en-IN" dirty="0"/>
                        <a:t> (</a:t>
                      </a:r>
                      <a:r>
                        <a:rPr lang="en-IN" dirty="0" err="1"/>
                        <a:t>user_id</a:t>
                      </a:r>
                      <a:r>
                        <a:rPr lang="en-IN" dirty="0"/>
                        <a:t>)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92971"/>
                  </a:ext>
                </a:extLst>
              </a:tr>
              <a:tr h="680289">
                <a:tc>
                  <a:txBody>
                    <a:bodyPr/>
                    <a:lstStyle/>
                    <a:p>
                      <a:r>
                        <a:rPr lang="en-IN" dirty="0" err="1"/>
                        <a:t>created_at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timestamp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current_timestamp</a:t>
                      </a:r>
                      <a:r>
                        <a:rPr lang="en-IN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5469759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FF31FB-F599-1F4D-3362-84077D88B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2747454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FD5C0-017C-5298-FA55-BAC0B8AD9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760"/>
            <a:ext cx="10149840" cy="641237"/>
          </a:xfrm>
        </p:spPr>
        <p:txBody>
          <a:bodyPr>
            <a:normAutofit/>
          </a:bodyPr>
          <a:lstStyle/>
          <a:p>
            <a:r>
              <a:rPr lang="en-US" dirty="0"/>
              <a:t>User Side :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40F57E-25B3-5928-E6B4-BDA3D866B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17</a:t>
            </a:fld>
            <a:endParaRPr lang="en-US" dirty="0"/>
          </a:p>
        </p:txBody>
      </p:sp>
      <p:pic>
        <p:nvPicPr>
          <p:cNvPr id="8" name="Content Placeholder 7" descr="A person holding a shirt&#10;&#10;AI-generated content may be incorrect.">
            <a:extLst>
              <a:ext uri="{FF2B5EF4-FFF2-40B4-BE49-F238E27FC236}">
                <a16:creationId xmlns:a16="http://schemas.microsoft.com/office/drawing/2014/main" id="{9EB9D61E-00F7-7AE7-37CD-3E9BD3452D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7874" y="1302551"/>
            <a:ext cx="10149206" cy="4666169"/>
          </a:xfrm>
        </p:spPr>
      </p:pic>
    </p:spTree>
    <p:extLst>
      <p:ext uri="{BB962C8B-B14F-4D97-AF65-F5344CB8AC3E}">
        <p14:creationId xmlns:p14="http://schemas.microsoft.com/office/powerpoint/2010/main" val="2675657852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59CD96-299B-DDDC-5B26-C0D32FF1D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ECDF38-8DF3-32BA-FC6A-0AA886CCF741}"/>
              </a:ext>
            </a:extLst>
          </p:cNvPr>
          <p:cNvSpPr txBox="1"/>
          <p:nvPr/>
        </p:nvSpPr>
        <p:spPr>
          <a:xfrm>
            <a:off x="1291079" y="269548"/>
            <a:ext cx="4365523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u="sng" dirty="0">
                <a:latin typeface="Aptos Narrow" panose="020B0004020202020204" pitchFamily="34" charset="0"/>
              </a:rPr>
              <a:t>Registration</a:t>
            </a:r>
            <a:r>
              <a:rPr lang="en-US" sz="4000" b="1" u="sng" dirty="0">
                <a:latin typeface="Aptos Narrow" panose="020B0004020202020204" pitchFamily="34" charset="0"/>
              </a:rPr>
              <a:t> </a:t>
            </a:r>
            <a:r>
              <a:rPr lang="en-US" sz="4000" u="sng" dirty="0">
                <a:latin typeface="Aptos Narrow" panose="020B0004020202020204" pitchFamily="34" charset="0"/>
              </a:rPr>
              <a:t>Page</a:t>
            </a:r>
            <a:r>
              <a:rPr lang="en-US" sz="4000" b="1" u="sng" dirty="0">
                <a:latin typeface="Aptos Narrow" panose="020B0004020202020204" pitchFamily="34" charset="0"/>
              </a:rPr>
              <a:t> :</a:t>
            </a:r>
          </a:p>
          <a:p>
            <a:endParaRPr lang="en-IN" dirty="0"/>
          </a:p>
        </p:txBody>
      </p:sp>
      <p:pic>
        <p:nvPicPr>
          <p:cNvPr id="5" name="Picture 4" descr="A screenshot of a login form&#10;&#10;AI-generated content may be incorrect.">
            <a:extLst>
              <a:ext uri="{FF2B5EF4-FFF2-40B4-BE49-F238E27FC236}">
                <a16:creationId xmlns:a16="http://schemas.microsoft.com/office/drawing/2014/main" id="{B5778013-9A2E-C961-02CE-AAB3A6AB0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084" y="1406012"/>
            <a:ext cx="10569678" cy="4653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9926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41CAA4-986D-4EC6-4CAA-3C22EC271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C705A5-DF88-2B33-0DEE-0186D2690F08}"/>
              </a:ext>
            </a:extLst>
          </p:cNvPr>
          <p:cNvSpPr txBox="1"/>
          <p:nvPr/>
        </p:nvSpPr>
        <p:spPr>
          <a:xfrm>
            <a:off x="1465008" y="356949"/>
            <a:ext cx="3352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u="sng" dirty="0"/>
              <a:t>Log In Page :</a:t>
            </a:r>
            <a:endParaRPr lang="en-IN" sz="4000" u="sng" dirty="0"/>
          </a:p>
        </p:txBody>
      </p:sp>
      <p:pic>
        <p:nvPicPr>
          <p:cNvPr id="5" name="Picture 4" descr="A screenshot of a login form&#10;&#10;AI-generated content may be incorrect.">
            <a:extLst>
              <a:ext uri="{FF2B5EF4-FFF2-40B4-BE49-F238E27FC236}">
                <a16:creationId xmlns:a16="http://schemas.microsoft.com/office/drawing/2014/main" id="{A6899B4D-FBAF-7C2D-60AA-732910515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079" y="1302551"/>
            <a:ext cx="9920747" cy="497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1128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8A3B01-6B5C-42E1-3DDA-8780F80F6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862F74-19F0-F143-DE38-5A7AD88D952B}"/>
              </a:ext>
            </a:extLst>
          </p:cNvPr>
          <p:cNvSpPr txBox="1"/>
          <p:nvPr/>
        </p:nvSpPr>
        <p:spPr>
          <a:xfrm>
            <a:off x="1459947" y="334297"/>
            <a:ext cx="40705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u="sng" dirty="0"/>
              <a:t>Collection Page :</a:t>
            </a:r>
            <a:endParaRPr lang="en-IN" sz="4000" u="sng" dirty="0"/>
          </a:p>
        </p:txBody>
      </p:sp>
      <p:pic>
        <p:nvPicPr>
          <p:cNvPr id="5" name="Picture 4" descr="A screenshot of a website&#10;&#10;AI-generated content may be incorrect.">
            <a:extLst>
              <a:ext uri="{FF2B5EF4-FFF2-40B4-BE49-F238E27FC236}">
                <a16:creationId xmlns:a16="http://schemas.microsoft.com/office/drawing/2014/main" id="{71C65553-0D8C-BCC1-FED0-0910A2566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297" y="1302551"/>
            <a:ext cx="11484078" cy="5221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2314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880209-53B8-AAB8-27B4-5322AE6E9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CC7316-BE35-C1A0-1DCC-6A637E55C985}"/>
              </a:ext>
            </a:extLst>
          </p:cNvPr>
          <p:cNvSpPr txBox="1"/>
          <p:nvPr/>
        </p:nvSpPr>
        <p:spPr>
          <a:xfrm>
            <a:off x="1651820" y="342876"/>
            <a:ext cx="31659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u="sng" dirty="0"/>
              <a:t>About Page :</a:t>
            </a:r>
            <a:endParaRPr lang="en-IN" sz="4000" u="sng" dirty="0"/>
          </a:p>
        </p:txBody>
      </p:sp>
      <p:pic>
        <p:nvPicPr>
          <p:cNvPr id="5" name="Picture 4" descr="A person standing on a pedestal&#10;&#10;AI-generated content may be incorrect.">
            <a:extLst>
              <a:ext uri="{FF2B5EF4-FFF2-40B4-BE49-F238E27FC236}">
                <a16:creationId xmlns:a16="http://schemas.microsoft.com/office/drawing/2014/main" id="{A13660FB-402C-D73C-38E3-7699D4E33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26" y="1302551"/>
            <a:ext cx="11033514" cy="5117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4236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C330BB-66B5-5EF4-E422-B13D84A3C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F616F3-4B16-505B-E59A-D6B76FF7D980}"/>
              </a:ext>
            </a:extLst>
          </p:cNvPr>
          <p:cNvSpPr txBox="1"/>
          <p:nvPr/>
        </p:nvSpPr>
        <p:spPr>
          <a:xfrm>
            <a:off x="1435510" y="342876"/>
            <a:ext cx="33822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u="sng" dirty="0"/>
              <a:t>Contact Page :</a:t>
            </a:r>
            <a:endParaRPr lang="en-IN" sz="4000" u="sng" dirty="0"/>
          </a:p>
        </p:txBody>
      </p:sp>
      <p:pic>
        <p:nvPicPr>
          <p:cNvPr id="5" name="Picture 4" descr="A computer and phone on a desk&#10;&#10;AI-generated content may be incorrect.">
            <a:extLst>
              <a:ext uri="{FF2B5EF4-FFF2-40B4-BE49-F238E27FC236}">
                <a16:creationId xmlns:a16="http://schemas.microsoft.com/office/drawing/2014/main" id="{5CF33A06-9253-901A-5840-0F73EDE6E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" y="1302551"/>
            <a:ext cx="11231880" cy="5212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5086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5D63D-E941-004C-57FE-4569B6C37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1914" y="518957"/>
            <a:ext cx="9603275" cy="1063610"/>
          </a:xfrm>
        </p:spPr>
        <p:txBody>
          <a:bodyPr/>
          <a:lstStyle/>
          <a:p>
            <a:r>
              <a:rPr lang="en-US" dirty="0"/>
              <a:t>Admin Side  :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433750-4D87-C412-7811-D9FA47BE2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5" name="Picture 4" descr="A screenshot of a computer">
            <a:extLst>
              <a:ext uri="{FF2B5EF4-FFF2-40B4-BE49-F238E27FC236}">
                <a16:creationId xmlns:a16="http://schemas.microsoft.com/office/drawing/2014/main" id="{FE27878F-86B1-899F-7E6C-D22DBF507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768" y="1302550"/>
            <a:ext cx="11112172" cy="5157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9306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0CCF9-507A-9B33-F360-5F3A97BF4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</a:t>
            </a:r>
            <a:endParaRPr lang="en-US" dirty="0"/>
          </a:p>
        </p:txBody>
      </p:sp>
      <p:pic>
        <p:nvPicPr>
          <p:cNvPr id="5" name="Picture Placeholder 4" descr="Aerial view of the beach">
            <a:extLst>
              <a:ext uri="{FF2B5EF4-FFF2-40B4-BE49-F238E27FC236}">
                <a16:creationId xmlns:a16="http://schemas.microsoft.com/office/drawing/2014/main" id="{69435B0A-4EE0-1346-7375-E8C7E1ED6C9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t="69" b="69"/>
          <a:stretch/>
        </p:blipFill>
        <p:spPr/>
      </p:pic>
    </p:spTree>
    <p:extLst>
      <p:ext uri="{BB962C8B-B14F-4D97-AF65-F5344CB8AC3E}">
        <p14:creationId xmlns:p14="http://schemas.microsoft.com/office/powerpoint/2010/main" val="4165655568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  <Background xmlns="71af3243-3dd4-4a8d-8c0d-dd76da1f02a5">false</Background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2AF5DA8-6387-4138-BF96-B65D39F2FC2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E47603A-423C-4B8F-AA3D-8E6FA47105A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279BBA1-1277-4614-8DDE-B2EB2275122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992</TotalTime>
  <Words>556</Words>
  <Application>Microsoft Office PowerPoint</Application>
  <PresentationFormat>Widescreen</PresentationFormat>
  <Paragraphs>190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 Narrow</vt:lpstr>
      <vt:lpstr>Arial</vt:lpstr>
      <vt:lpstr>Calibri</vt:lpstr>
      <vt:lpstr>Gill Sans MT</vt:lpstr>
      <vt:lpstr>Wingdings</vt:lpstr>
      <vt:lpstr>Gallery</vt:lpstr>
      <vt:lpstr>E-commerce Clothes Shopping Website</vt:lpstr>
      <vt:lpstr>GOAL</vt:lpstr>
      <vt:lpstr>TARGET AUDIENCE</vt:lpstr>
      <vt:lpstr>PowerPoint Presentation</vt:lpstr>
      <vt:lpstr>PowerPoint Presentation</vt:lpstr>
      <vt:lpstr>PowerPoint Presentation</vt:lpstr>
      <vt:lpstr>              DATA FLOW DIAGRAM    </vt:lpstr>
      <vt:lpstr>0(CONTEXT) LEVEL</vt:lpstr>
      <vt:lpstr>1ST LEVEL</vt:lpstr>
      <vt:lpstr>2ND LEVEL 4.0</vt:lpstr>
      <vt:lpstr>E-R DIAGRAM</vt:lpstr>
      <vt:lpstr>admin_mast</vt:lpstr>
      <vt:lpstr>users</vt:lpstr>
      <vt:lpstr>category_mast</vt:lpstr>
      <vt:lpstr>product_mast</vt:lpstr>
      <vt:lpstr>cart_mast</vt:lpstr>
      <vt:lpstr>User Side 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Admin Side  :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Maitri Tandel</dc:creator>
  <cp:lastModifiedBy>Yash Patel</cp:lastModifiedBy>
  <cp:revision>112</cp:revision>
  <dcterms:created xsi:type="dcterms:W3CDTF">2024-08-27T10:08:07Z</dcterms:created>
  <dcterms:modified xsi:type="dcterms:W3CDTF">2025-10-01T04:32:34Z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